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omments/comment1.xml" ContentType="application/vnd.openxmlformats-officedocument.presentationml.comments+xml"/>
  <Override PartName="/ppt/comments/comment2.xml" ContentType="application/vnd.openxmlformats-officedocument.presentationml.comments+xml"/>
  <Override PartName="/ppt/comments/comment3.xml" ContentType="application/vnd.openxmlformats-officedocument.presentationml.comments+xml"/>
  <Override PartName="/ppt/comments/comment4.xml" ContentType="application/vnd.openxmlformats-officedocument.presentationml.comments+xml"/>
  <Override PartName="/ppt/comments/comment5.xml" ContentType="application/vnd.openxmlformats-officedocument.presentationml.comments+xml"/>
  <Override PartName="/ppt/comments/comment6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64" r:id="rId4"/>
    <p:sldId id="282" r:id="rId5"/>
    <p:sldId id="274" r:id="rId6"/>
    <p:sldId id="273" r:id="rId7"/>
    <p:sldId id="276" r:id="rId8"/>
    <p:sldId id="277" r:id="rId9"/>
    <p:sldId id="279" r:id="rId10"/>
    <p:sldId id="278" r:id="rId11"/>
    <p:sldId id="280" r:id="rId12"/>
    <p:sldId id="281" r:id="rId13"/>
    <p:sldId id="283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jair Oliveira - SENAI RONDONOPOLIS" initials="DOSR" lastIdx="25" clrIdx="0">
    <p:extLst>
      <p:ext uri="{19B8F6BF-5375-455C-9EA6-DF929625EA0E}">
        <p15:presenceInfo xmlns:p15="http://schemas.microsoft.com/office/powerpoint/2012/main" userId="S::djair.oliveira@senaimt.ind.br::62b24908-5a18-4d76-99ce-57c56005ce0f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85" d="100"/>
          <a:sy n="85" d="100"/>
        </p:scale>
        <p:origin x="547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6-19T16:02:25.894" idx="4">
    <p:pos x="551" y="2467"/>
    <p:text>17 a 46</p:text>
    <p:extLst>
      <p:ext uri="{C676402C-5697-4E1C-873F-D02D1690AC5C}">
        <p15:threadingInfo xmlns:p15="http://schemas.microsoft.com/office/powerpoint/2012/main" timeZoneBias="240"/>
      </p:ext>
    </p:extLst>
  </p:cm>
  <p:cm authorId="1" dt="2026-06-19T16:03:27.806" idx="5">
    <p:pos x="533" y="2794"/>
    <p:text>47 a 53</p:text>
    <p:extLst>
      <p:ext uri="{C676402C-5697-4E1C-873F-D02D1690AC5C}">
        <p15:threadingInfo xmlns:p15="http://schemas.microsoft.com/office/powerpoint/2012/main" timeZoneBias="240"/>
      </p:ext>
    </p:extLst>
  </p:cm>
  <p:cm authorId="1" dt="2026-06-19T16:04:20.835" idx="6">
    <p:pos x="539" y="3123"/>
    <p:text>54 a 73</p:text>
    <p:extLst>
      <p:ext uri="{C676402C-5697-4E1C-873F-D02D1690AC5C}">
        <p15:threadingInfo xmlns:p15="http://schemas.microsoft.com/office/powerpoint/2012/main" timeZoneBias="240"/>
      </p:ext>
    </p:extLst>
  </p:cm>
  <p:cm authorId="1" dt="2026-06-19T16:04:52.587" idx="8">
    <p:pos x="569" y="3501"/>
    <p:text>74 a 99</p:text>
    <p:extLst>
      <p:ext uri="{C676402C-5697-4E1C-873F-D02D1690AC5C}">
        <p15:threadingInfo xmlns:p15="http://schemas.microsoft.com/office/powerpoint/2012/main" timeZoneBias="240"/>
      </p:ext>
    </p:extLst>
  </p:cm>
  <p:cm authorId="1" dt="2026-06-19T16:06:27.964" idx="9">
    <p:pos x="5358" y="1964"/>
    <p:text>Link para o site oficial da FIRST</p:text>
    <p:extLst>
      <p:ext uri="{C676402C-5697-4E1C-873F-D02D1690AC5C}">
        <p15:threadingInfo xmlns:p15="http://schemas.microsoft.com/office/powerpoint/2012/main" timeZoneBias="240"/>
      </p:ext>
    </p:extLst>
  </p:cm>
  <p:cm authorId="1" dt="2026-06-19T16:29:25.355" idx="10">
    <p:pos x="6999" y="1555"/>
    <p:text>CAD dos elementos da arena</p:text>
    <p:extLst>
      <p:ext uri="{C676402C-5697-4E1C-873F-D02D1690AC5C}">
        <p15:threadingInfo xmlns:p15="http://schemas.microsoft.com/office/powerpoint/2012/main" timeZoneBias="240"/>
      </p:ext>
    </p:extLs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6-19T17:04:36.187" idx="12">
    <p:pos x="2321" y="3084"/>
    <p:text>Essa seleção de areas dos alunos é apenas para nortear a quantidade de alunos interessados em cada area</p:text>
    <p:extLst>
      <p:ext uri="{C676402C-5697-4E1C-873F-D02D1690AC5C}">
        <p15:threadingInfo xmlns:p15="http://schemas.microsoft.com/office/powerpoint/2012/main" timeZoneBias="240"/>
      </p:ext>
    </p:extLst>
  </p:cm>
</p:cmLst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6-19T17:15:55.761" idx="13">
    <p:pos x="2277" y="2464"/>
    <p:text>Excel, Miro, Planner, Kanban e etc...</p:text>
    <p:extLst>
      <p:ext uri="{C676402C-5697-4E1C-873F-D02D1690AC5C}">
        <p15:threadingInfo xmlns:p15="http://schemas.microsoft.com/office/powerpoint/2012/main" timeZoneBias="240"/>
      </p:ext>
    </p:extLst>
  </p:cm>
  <p:cm authorId="1" dt="2026-06-19T17:23:25.306" idx="14">
    <p:pos x="5551" y="3005"/>
    <p:text>Para realização da tarefa, é recomendado se usar o modelo oficial como base(Modelo utilizado pelo Diego nas Reuniões), entendendo todos os critérios necessarios.</p:text>
    <p:extLst>
      <p:ext uri="{C676402C-5697-4E1C-873F-D02D1690AC5C}">
        <p15:threadingInfo xmlns:p15="http://schemas.microsoft.com/office/powerpoint/2012/main" timeZoneBias="240"/>
      </p:ext>
    </p:extLst>
  </p:cm>
  <p:cm authorId="1" dt="2026-06-19T17:43:01.155" idx="15">
    <p:pos x="5556" y="2027"/>
    <p:text>Exemplo de Cronograma, AGROBOT Season AGE</p:text>
    <p:extLst>
      <p:ext uri="{C676402C-5697-4E1C-873F-D02D1690AC5C}">
        <p15:threadingInfo xmlns:p15="http://schemas.microsoft.com/office/powerpoint/2012/main" timeZoneBias="240"/>
      </p:ext>
    </p:extLst>
  </p:cm>
</p:cmLst>
</file>

<file path=ppt/comments/comment4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6-22T18:19:28.801" idx="16">
    <p:pos x="2065" y="2485"/>
    <p:text>Desbravar todas as ferramentas de documentação e utilitários necessarios para o desenvolvimento de um caderno de engenharia.</p:text>
    <p:extLst>
      <p:ext uri="{C676402C-5697-4E1C-873F-D02D1690AC5C}">
        <p15:threadingInfo xmlns:p15="http://schemas.microsoft.com/office/powerpoint/2012/main" timeZoneBias="240"/>
      </p:ext>
    </p:extLst>
  </p:cm>
  <p:cm authorId="1" dt="2026-06-22T18:20:50.485" idx="17">
    <p:pos x="818" y="2104"/>
    <p:text>Utilizar os modelos de exemplo como referencia para o desenvolvimento da arte, estrutura e organização dos conteudos.</p:text>
    <p:extLst>
      <p:ext uri="{C676402C-5697-4E1C-873F-D02D1690AC5C}">
        <p15:threadingInfo xmlns:p15="http://schemas.microsoft.com/office/powerpoint/2012/main" timeZoneBias="240"/>
      </p:ext>
    </p:extLst>
  </p:cm>
  <p:cm authorId="1" dt="2026-06-22T18:23:29.024" idx="18">
    <p:pos x="5920" y="3672"/>
    <p:text>Apartir dessa atividade, fotos durante o curso deverão ficar mais frequentes, todo material desenvolvido deverá ser implementado no Caderno de Engenharia de alguma forma, mostrando o processo de evolução do material.</p:text>
    <p:extLst>
      <p:ext uri="{C676402C-5697-4E1C-873F-D02D1690AC5C}">
        <p15:threadingInfo xmlns:p15="http://schemas.microsoft.com/office/powerpoint/2012/main" timeZoneBias="240"/>
      </p:ext>
    </p:extLst>
  </p:cm>
</p:cmLst>
</file>

<file path=ppt/comments/comment5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6-23T09:20:13.192" idx="19">
    <p:pos x="4820" y="1461"/>
    <p:text>Neste momento a turma deve eleger 2 possiveis nomes para ocupar este cargo de SAFETY CAPTAIN</p:text>
    <p:extLst>
      <p:ext uri="{C676402C-5697-4E1C-873F-D02D1690AC5C}">
        <p15:threadingInfo xmlns:p15="http://schemas.microsoft.com/office/powerpoint/2012/main" timeZoneBias="240"/>
      </p:ext>
    </p:extLst>
  </p:cm>
  <p:cm authorId="1" dt="2026-06-23T09:24:30.473" idx="20">
    <p:pos x="4820" y="1597"/>
    <p:text>Lembrando que existe premios a respeito dessa modalidade.</p:text>
    <p:extLst>
      <p:ext uri="{C676402C-5697-4E1C-873F-D02D1690AC5C}">
        <p15:threadingInfo xmlns:p15="http://schemas.microsoft.com/office/powerpoint/2012/main" timeZoneBias="240">
          <p15:parentCm authorId="1" idx="19"/>
        </p15:threadingInfo>
      </p:ext>
    </p:extLst>
  </p:cm>
</p:cmLst>
</file>

<file path=ppt/comments/comment6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6-24T08:08:46.105" idx="24">
    <p:pos x="2521" y="3266"/>
    <p:text>Nesse dia, não pode ser realizada nenhum operação e manutenção do robô.</p:text>
    <p:extLst>
      <p:ext uri="{C676402C-5697-4E1C-873F-D02D1690AC5C}">
        <p15:threadingInfo xmlns:p15="http://schemas.microsoft.com/office/powerpoint/2012/main" timeZoneBias="240"/>
      </p:ext>
    </p:extLst>
  </p:cm>
</p:cmLst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02BA842-4FD0-4050-A154-56786C7B55B8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6DF9188-B65B-4FA8-AF17-14C10DAFBE52}">
      <dgm:prSet/>
      <dgm:spPr/>
      <dgm:t>
        <a:bodyPr/>
        <a:lstStyle/>
        <a:p>
          <a:r>
            <a:rPr lang="pt-BR" b="1" dirty="0"/>
            <a:t>FRC no Mato Grosso</a:t>
          </a:r>
          <a:endParaRPr lang="en-US" dirty="0"/>
        </a:p>
      </dgm:t>
    </dgm:pt>
    <dgm:pt modelId="{C290DEA0-9AF1-415A-BF13-77423C97F06B}" type="parTrans" cxnId="{E0155AFE-5669-4F63-AFCA-710309C68F75}">
      <dgm:prSet/>
      <dgm:spPr/>
      <dgm:t>
        <a:bodyPr/>
        <a:lstStyle/>
        <a:p>
          <a:endParaRPr lang="en-US"/>
        </a:p>
      </dgm:t>
    </dgm:pt>
    <dgm:pt modelId="{D5E644B8-019C-4322-A2B0-8C31620712F1}" type="sibTrans" cxnId="{E0155AFE-5669-4F63-AFCA-710309C68F75}">
      <dgm:prSet/>
      <dgm:spPr/>
      <dgm:t>
        <a:bodyPr/>
        <a:lstStyle/>
        <a:p>
          <a:endParaRPr lang="en-US"/>
        </a:p>
      </dgm:t>
    </dgm:pt>
    <dgm:pt modelId="{3885844C-1879-4075-A528-D4EDFD15D946}">
      <dgm:prSet/>
      <dgm:spPr/>
      <dgm:t>
        <a:bodyPr/>
        <a:lstStyle/>
        <a:p>
          <a:r>
            <a:rPr lang="pt-BR" b="1" dirty="0"/>
            <a:t>Oque é FRC</a:t>
          </a:r>
          <a:endParaRPr lang="en-US" dirty="0"/>
        </a:p>
      </dgm:t>
    </dgm:pt>
    <dgm:pt modelId="{8C41FC57-C4D0-45BD-8435-044D7B9FF06E}" type="parTrans" cxnId="{46F8C341-D67A-4B74-BB6F-FBF1D6052061}">
      <dgm:prSet/>
      <dgm:spPr/>
      <dgm:t>
        <a:bodyPr/>
        <a:lstStyle/>
        <a:p>
          <a:endParaRPr lang="en-US"/>
        </a:p>
      </dgm:t>
    </dgm:pt>
    <dgm:pt modelId="{7B1333BA-0521-4912-B18E-1DC06D9061A9}" type="sibTrans" cxnId="{46F8C341-D67A-4B74-BB6F-FBF1D6052061}">
      <dgm:prSet/>
      <dgm:spPr/>
      <dgm:t>
        <a:bodyPr/>
        <a:lstStyle/>
        <a:p>
          <a:endParaRPr lang="en-US"/>
        </a:p>
      </dgm:t>
    </dgm:pt>
    <dgm:pt modelId="{12DFA495-C33C-49D1-BB68-D9653B6F2014}">
      <dgm:prSet/>
      <dgm:spPr/>
      <dgm:t>
        <a:bodyPr/>
        <a:lstStyle/>
        <a:p>
          <a:r>
            <a:rPr lang="pt-BR" b="1"/>
            <a:t>Kick off &amp; Documentação</a:t>
          </a:r>
          <a:endParaRPr lang="en-US"/>
        </a:p>
      </dgm:t>
    </dgm:pt>
    <dgm:pt modelId="{4197F3D9-1D94-4361-BCBB-A45EA63D1EF1}" type="parTrans" cxnId="{CA94F3C3-4F18-4E42-BD89-E76C07413673}">
      <dgm:prSet/>
      <dgm:spPr/>
      <dgm:t>
        <a:bodyPr/>
        <a:lstStyle/>
        <a:p>
          <a:endParaRPr lang="en-US"/>
        </a:p>
      </dgm:t>
    </dgm:pt>
    <dgm:pt modelId="{57396FC0-4139-48B8-92EB-9590796EF7C3}" type="sibTrans" cxnId="{CA94F3C3-4F18-4E42-BD89-E76C07413673}">
      <dgm:prSet/>
      <dgm:spPr/>
      <dgm:t>
        <a:bodyPr/>
        <a:lstStyle/>
        <a:p>
          <a:endParaRPr lang="en-US"/>
        </a:p>
      </dgm:t>
    </dgm:pt>
    <dgm:pt modelId="{E469CD6E-80BA-47E5-BDF3-9201C57CEB6C}">
      <dgm:prSet/>
      <dgm:spPr/>
      <dgm:t>
        <a:bodyPr/>
        <a:lstStyle/>
        <a:p>
          <a:r>
            <a:rPr lang="pt-BR" b="1"/>
            <a:t>Equipe &amp; Awards</a:t>
          </a:r>
          <a:endParaRPr lang="en-US"/>
        </a:p>
      </dgm:t>
    </dgm:pt>
    <dgm:pt modelId="{12EB2F96-F42E-43F5-8199-CCBC239306AF}" type="parTrans" cxnId="{E4A42D89-046F-4D5D-88C4-BE916F1794C4}">
      <dgm:prSet/>
      <dgm:spPr/>
      <dgm:t>
        <a:bodyPr/>
        <a:lstStyle/>
        <a:p>
          <a:endParaRPr lang="en-US"/>
        </a:p>
      </dgm:t>
    </dgm:pt>
    <dgm:pt modelId="{42DA617A-CAEA-48DE-9BBF-9B1171FC5AD3}" type="sibTrans" cxnId="{E4A42D89-046F-4D5D-88C4-BE916F1794C4}">
      <dgm:prSet/>
      <dgm:spPr/>
      <dgm:t>
        <a:bodyPr/>
        <a:lstStyle/>
        <a:p>
          <a:endParaRPr lang="en-US"/>
        </a:p>
      </dgm:t>
    </dgm:pt>
    <dgm:pt modelId="{A8400946-B28E-4429-94D4-DD54B4E213C6}">
      <dgm:prSet/>
      <dgm:spPr/>
      <dgm:t>
        <a:bodyPr/>
        <a:lstStyle/>
        <a:p>
          <a:r>
            <a:rPr lang="pt-BR" b="1"/>
            <a:t>Cronograma</a:t>
          </a:r>
          <a:endParaRPr lang="en-US"/>
        </a:p>
      </dgm:t>
    </dgm:pt>
    <dgm:pt modelId="{DF71CA99-1F9B-40D9-84F8-2935AC710D83}" type="parTrans" cxnId="{0CEC7A95-D975-458F-B5EA-565A570BB7F0}">
      <dgm:prSet/>
      <dgm:spPr/>
      <dgm:t>
        <a:bodyPr/>
        <a:lstStyle/>
        <a:p>
          <a:endParaRPr lang="en-US"/>
        </a:p>
      </dgm:t>
    </dgm:pt>
    <dgm:pt modelId="{08755997-2D3D-4C2E-8441-0E6892A45400}" type="sibTrans" cxnId="{0CEC7A95-D975-458F-B5EA-565A570BB7F0}">
      <dgm:prSet/>
      <dgm:spPr/>
      <dgm:t>
        <a:bodyPr/>
        <a:lstStyle/>
        <a:p>
          <a:endParaRPr lang="en-US"/>
        </a:p>
      </dgm:t>
    </dgm:pt>
    <dgm:pt modelId="{64E10F9F-790F-425C-A3B1-943B2582CB47}">
      <dgm:prSet/>
      <dgm:spPr/>
      <dgm:t>
        <a:bodyPr/>
        <a:lstStyle/>
        <a:p>
          <a:r>
            <a:rPr lang="pt-BR" b="1"/>
            <a:t>Engineering notebook</a:t>
          </a:r>
          <a:endParaRPr lang="en-US"/>
        </a:p>
      </dgm:t>
    </dgm:pt>
    <dgm:pt modelId="{D0B17354-4DFA-41E3-B287-8E8BC3C63F72}" type="parTrans" cxnId="{75825051-2BA2-499F-9D5B-D00C0F879005}">
      <dgm:prSet/>
      <dgm:spPr/>
      <dgm:t>
        <a:bodyPr/>
        <a:lstStyle/>
        <a:p>
          <a:endParaRPr lang="en-US"/>
        </a:p>
      </dgm:t>
    </dgm:pt>
    <dgm:pt modelId="{8A83DBA5-30B0-4F64-8340-FDA6CD4B8204}" type="sibTrans" cxnId="{75825051-2BA2-499F-9D5B-D00C0F879005}">
      <dgm:prSet/>
      <dgm:spPr/>
      <dgm:t>
        <a:bodyPr/>
        <a:lstStyle/>
        <a:p>
          <a:endParaRPr lang="en-US"/>
        </a:p>
      </dgm:t>
    </dgm:pt>
    <dgm:pt modelId="{FDD9053F-4DBB-446A-81D1-3E56ECE22F84}">
      <dgm:prSet/>
      <dgm:spPr/>
      <dgm:t>
        <a:bodyPr/>
        <a:lstStyle/>
        <a:p>
          <a:r>
            <a:rPr lang="pt-BR" b="1"/>
            <a:t>Segurança e Normas Básicas</a:t>
          </a:r>
          <a:endParaRPr lang="en-US"/>
        </a:p>
      </dgm:t>
    </dgm:pt>
    <dgm:pt modelId="{27C364D4-0A22-4C5C-896B-F7534411402F}" type="parTrans" cxnId="{0FF2D42F-CCF2-48CF-ADDD-AD8D7AB22436}">
      <dgm:prSet/>
      <dgm:spPr/>
      <dgm:t>
        <a:bodyPr/>
        <a:lstStyle/>
        <a:p>
          <a:endParaRPr lang="en-US"/>
        </a:p>
      </dgm:t>
    </dgm:pt>
    <dgm:pt modelId="{E7C337F7-FA5B-4310-9F61-AE99E0B14350}" type="sibTrans" cxnId="{0FF2D42F-CCF2-48CF-ADDD-AD8D7AB22436}">
      <dgm:prSet/>
      <dgm:spPr/>
      <dgm:t>
        <a:bodyPr/>
        <a:lstStyle/>
        <a:p>
          <a:endParaRPr lang="en-US"/>
        </a:p>
      </dgm:t>
    </dgm:pt>
    <dgm:pt modelId="{AB7E7DF0-EDB2-45E5-A3BC-02495AE4C986}">
      <dgm:prSet/>
      <dgm:spPr/>
      <dgm:t>
        <a:bodyPr/>
        <a:lstStyle/>
        <a:p>
          <a:r>
            <a:rPr lang="pt-BR" b="1"/>
            <a:t>Desenvolvimento pessoal</a:t>
          </a:r>
          <a:endParaRPr lang="en-US"/>
        </a:p>
      </dgm:t>
    </dgm:pt>
    <dgm:pt modelId="{A6801543-BC91-4D86-A519-6C40CF1D5D49}" type="parTrans" cxnId="{8ACC2B65-0B08-4B16-A55A-473B010FA519}">
      <dgm:prSet/>
      <dgm:spPr/>
      <dgm:t>
        <a:bodyPr/>
        <a:lstStyle/>
        <a:p>
          <a:endParaRPr lang="en-US"/>
        </a:p>
      </dgm:t>
    </dgm:pt>
    <dgm:pt modelId="{0A652BE3-1B9F-4AFE-9E1F-B122431B5517}" type="sibTrans" cxnId="{8ACC2B65-0B08-4B16-A55A-473B010FA519}">
      <dgm:prSet/>
      <dgm:spPr/>
      <dgm:t>
        <a:bodyPr/>
        <a:lstStyle/>
        <a:p>
          <a:endParaRPr lang="en-US"/>
        </a:p>
      </dgm:t>
    </dgm:pt>
    <dgm:pt modelId="{E1F58ADB-B0E9-4CB3-9FBD-010A95FF03BE}">
      <dgm:prSet/>
      <dgm:spPr/>
      <dgm:t>
        <a:bodyPr/>
        <a:lstStyle/>
        <a:p>
          <a:r>
            <a:rPr lang="pt-BR" b="1"/>
            <a:t>Mais sobre a competição</a:t>
          </a:r>
          <a:endParaRPr lang="en-US"/>
        </a:p>
      </dgm:t>
    </dgm:pt>
    <dgm:pt modelId="{3691F1A0-74A3-4DBA-B840-8B30477518AA}" type="parTrans" cxnId="{59DA3417-E033-4A1B-8667-48C791BCB636}">
      <dgm:prSet/>
      <dgm:spPr/>
      <dgm:t>
        <a:bodyPr/>
        <a:lstStyle/>
        <a:p>
          <a:endParaRPr lang="en-US"/>
        </a:p>
      </dgm:t>
    </dgm:pt>
    <dgm:pt modelId="{A3DE0683-0182-4657-B9EB-08DDF7403A1D}" type="sibTrans" cxnId="{59DA3417-E033-4A1B-8667-48C791BCB636}">
      <dgm:prSet/>
      <dgm:spPr/>
      <dgm:t>
        <a:bodyPr/>
        <a:lstStyle/>
        <a:p>
          <a:endParaRPr lang="en-US"/>
        </a:p>
      </dgm:t>
    </dgm:pt>
    <dgm:pt modelId="{EED9957E-C581-4E63-8C50-502ECF7D4E6C}" type="pres">
      <dgm:prSet presAssocID="{702BA842-4FD0-4050-A154-56786C7B55B8}" presName="vert0" presStyleCnt="0">
        <dgm:presLayoutVars>
          <dgm:dir/>
          <dgm:animOne val="branch"/>
          <dgm:animLvl val="lvl"/>
        </dgm:presLayoutVars>
      </dgm:prSet>
      <dgm:spPr/>
    </dgm:pt>
    <dgm:pt modelId="{A49E5CB6-9F85-4FCC-B086-87E36D812232}" type="pres">
      <dgm:prSet presAssocID="{D6DF9188-B65B-4FA8-AF17-14C10DAFBE52}" presName="thickLine" presStyleLbl="alignNode1" presStyleIdx="0" presStyleCnt="9"/>
      <dgm:spPr/>
    </dgm:pt>
    <dgm:pt modelId="{36C837D6-3C36-45E2-923D-F78F69BB909B}" type="pres">
      <dgm:prSet presAssocID="{D6DF9188-B65B-4FA8-AF17-14C10DAFBE52}" presName="horz1" presStyleCnt="0"/>
      <dgm:spPr/>
    </dgm:pt>
    <dgm:pt modelId="{F38A1E29-EF5F-403F-B46A-68752C753565}" type="pres">
      <dgm:prSet presAssocID="{D6DF9188-B65B-4FA8-AF17-14C10DAFBE52}" presName="tx1" presStyleLbl="revTx" presStyleIdx="0" presStyleCnt="9"/>
      <dgm:spPr/>
    </dgm:pt>
    <dgm:pt modelId="{9F86AB54-F9FE-4465-9282-3A74448827B6}" type="pres">
      <dgm:prSet presAssocID="{D6DF9188-B65B-4FA8-AF17-14C10DAFBE52}" presName="vert1" presStyleCnt="0"/>
      <dgm:spPr/>
    </dgm:pt>
    <dgm:pt modelId="{A8A04AC2-89C1-471D-8FC2-94B6C85C9980}" type="pres">
      <dgm:prSet presAssocID="{3885844C-1879-4075-A528-D4EDFD15D946}" presName="thickLine" presStyleLbl="alignNode1" presStyleIdx="1" presStyleCnt="9"/>
      <dgm:spPr/>
    </dgm:pt>
    <dgm:pt modelId="{A36561B5-23D2-4B39-BC6E-ACCE1FEF6A05}" type="pres">
      <dgm:prSet presAssocID="{3885844C-1879-4075-A528-D4EDFD15D946}" presName="horz1" presStyleCnt="0"/>
      <dgm:spPr/>
    </dgm:pt>
    <dgm:pt modelId="{4DC178E7-6167-4B0D-B930-1790085CB562}" type="pres">
      <dgm:prSet presAssocID="{3885844C-1879-4075-A528-D4EDFD15D946}" presName="tx1" presStyleLbl="revTx" presStyleIdx="1" presStyleCnt="9"/>
      <dgm:spPr/>
    </dgm:pt>
    <dgm:pt modelId="{5ACC52E9-BB58-44C8-B2E7-6061DA22DE68}" type="pres">
      <dgm:prSet presAssocID="{3885844C-1879-4075-A528-D4EDFD15D946}" presName="vert1" presStyleCnt="0"/>
      <dgm:spPr/>
    </dgm:pt>
    <dgm:pt modelId="{67C55D5B-9E1E-4BD8-A0B3-92FCC8299AC8}" type="pres">
      <dgm:prSet presAssocID="{12DFA495-C33C-49D1-BB68-D9653B6F2014}" presName="thickLine" presStyleLbl="alignNode1" presStyleIdx="2" presStyleCnt="9"/>
      <dgm:spPr/>
    </dgm:pt>
    <dgm:pt modelId="{658F4947-9B01-4B9D-8BBF-5BE003993DC8}" type="pres">
      <dgm:prSet presAssocID="{12DFA495-C33C-49D1-BB68-D9653B6F2014}" presName="horz1" presStyleCnt="0"/>
      <dgm:spPr/>
    </dgm:pt>
    <dgm:pt modelId="{BF6B4063-7982-47C9-9E19-B5A085F25E69}" type="pres">
      <dgm:prSet presAssocID="{12DFA495-C33C-49D1-BB68-D9653B6F2014}" presName="tx1" presStyleLbl="revTx" presStyleIdx="2" presStyleCnt="9"/>
      <dgm:spPr/>
    </dgm:pt>
    <dgm:pt modelId="{1E082C4D-2EC6-477C-8612-F62766DB1096}" type="pres">
      <dgm:prSet presAssocID="{12DFA495-C33C-49D1-BB68-D9653B6F2014}" presName="vert1" presStyleCnt="0"/>
      <dgm:spPr/>
    </dgm:pt>
    <dgm:pt modelId="{490032D2-AA3A-4897-9FF6-23D86A198A04}" type="pres">
      <dgm:prSet presAssocID="{E469CD6E-80BA-47E5-BDF3-9201C57CEB6C}" presName="thickLine" presStyleLbl="alignNode1" presStyleIdx="3" presStyleCnt="9"/>
      <dgm:spPr/>
    </dgm:pt>
    <dgm:pt modelId="{9F3F2245-4CFF-4700-A59B-6D3B5EFF199E}" type="pres">
      <dgm:prSet presAssocID="{E469CD6E-80BA-47E5-BDF3-9201C57CEB6C}" presName="horz1" presStyleCnt="0"/>
      <dgm:spPr/>
    </dgm:pt>
    <dgm:pt modelId="{C50EDAD9-5F8D-40EE-BDD0-B7350A2D3DCC}" type="pres">
      <dgm:prSet presAssocID="{E469CD6E-80BA-47E5-BDF3-9201C57CEB6C}" presName="tx1" presStyleLbl="revTx" presStyleIdx="3" presStyleCnt="9"/>
      <dgm:spPr/>
    </dgm:pt>
    <dgm:pt modelId="{78A73694-8494-4234-A485-0291643AD3C4}" type="pres">
      <dgm:prSet presAssocID="{E469CD6E-80BA-47E5-BDF3-9201C57CEB6C}" presName="vert1" presStyleCnt="0"/>
      <dgm:spPr/>
    </dgm:pt>
    <dgm:pt modelId="{ABEA520F-7BB2-455D-B29E-3FDA4F1CD849}" type="pres">
      <dgm:prSet presAssocID="{A8400946-B28E-4429-94D4-DD54B4E213C6}" presName="thickLine" presStyleLbl="alignNode1" presStyleIdx="4" presStyleCnt="9"/>
      <dgm:spPr/>
    </dgm:pt>
    <dgm:pt modelId="{58A5E3F8-7742-41C5-93C7-3D8BE2B82DA5}" type="pres">
      <dgm:prSet presAssocID="{A8400946-B28E-4429-94D4-DD54B4E213C6}" presName="horz1" presStyleCnt="0"/>
      <dgm:spPr/>
    </dgm:pt>
    <dgm:pt modelId="{ABB66908-EC8B-4343-B5D2-507FAD6E64F3}" type="pres">
      <dgm:prSet presAssocID="{A8400946-B28E-4429-94D4-DD54B4E213C6}" presName="tx1" presStyleLbl="revTx" presStyleIdx="4" presStyleCnt="9"/>
      <dgm:spPr/>
    </dgm:pt>
    <dgm:pt modelId="{11BF25F1-B7A7-4719-829A-9213712A2DE9}" type="pres">
      <dgm:prSet presAssocID="{A8400946-B28E-4429-94D4-DD54B4E213C6}" presName="vert1" presStyleCnt="0"/>
      <dgm:spPr/>
    </dgm:pt>
    <dgm:pt modelId="{BEAA5FB9-47A3-4D65-8B42-5F4B69191559}" type="pres">
      <dgm:prSet presAssocID="{64E10F9F-790F-425C-A3B1-943B2582CB47}" presName="thickLine" presStyleLbl="alignNode1" presStyleIdx="5" presStyleCnt="9"/>
      <dgm:spPr/>
    </dgm:pt>
    <dgm:pt modelId="{A54F5F30-68CA-4AFD-9798-D6B926BCAEA8}" type="pres">
      <dgm:prSet presAssocID="{64E10F9F-790F-425C-A3B1-943B2582CB47}" presName="horz1" presStyleCnt="0"/>
      <dgm:spPr/>
    </dgm:pt>
    <dgm:pt modelId="{5DD8B738-C973-471B-A769-D6A32934B87B}" type="pres">
      <dgm:prSet presAssocID="{64E10F9F-790F-425C-A3B1-943B2582CB47}" presName="tx1" presStyleLbl="revTx" presStyleIdx="5" presStyleCnt="9"/>
      <dgm:spPr/>
    </dgm:pt>
    <dgm:pt modelId="{B443E4BE-0001-42F2-86F6-FAC9A9B7E647}" type="pres">
      <dgm:prSet presAssocID="{64E10F9F-790F-425C-A3B1-943B2582CB47}" presName="vert1" presStyleCnt="0"/>
      <dgm:spPr/>
    </dgm:pt>
    <dgm:pt modelId="{15E50FC2-0F95-4A91-8ABC-0A94E09AD574}" type="pres">
      <dgm:prSet presAssocID="{FDD9053F-4DBB-446A-81D1-3E56ECE22F84}" presName="thickLine" presStyleLbl="alignNode1" presStyleIdx="6" presStyleCnt="9"/>
      <dgm:spPr/>
    </dgm:pt>
    <dgm:pt modelId="{61849075-443D-4412-A4A6-9FF21E3E3069}" type="pres">
      <dgm:prSet presAssocID="{FDD9053F-4DBB-446A-81D1-3E56ECE22F84}" presName="horz1" presStyleCnt="0"/>
      <dgm:spPr/>
    </dgm:pt>
    <dgm:pt modelId="{5A9171E1-5C63-406A-B17B-6F13F4979588}" type="pres">
      <dgm:prSet presAssocID="{FDD9053F-4DBB-446A-81D1-3E56ECE22F84}" presName="tx1" presStyleLbl="revTx" presStyleIdx="6" presStyleCnt="9"/>
      <dgm:spPr/>
    </dgm:pt>
    <dgm:pt modelId="{45EB6A39-0E2E-44C6-B3C0-5BFFC0805C2F}" type="pres">
      <dgm:prSet presAssocID="{FDD9053F-4DBB-446A-81D1-3E56ECE22F84}" presName="vert1" presStyleCnt="0"/>
      <dgm:spPr/>
    </dgm:pt>
    <dgm:pt modelId="{1D4AE9C5-309F-42E1-B44F-FC70AFCADEEF}" type="pres">
      <dgm:prSet presAssocID="{AB7E7DF0-EDB2-45E5-A3BC-02495AE4C986}" presName="thickLine" presStyleLbl="alignNode1" presStyleIdx="7" presStyleCnt="9"/>
      <dgm:spPr/>
    </dgm:pt>
    <dgm:pt modelId="{EC7DBFA1-691D-4F87-9BEE-B6FD587DD271}" type="pres">
      <dgm:prSet presAssocID="{AB7E7DF0-EDB2-45E5-A3BC-02495AE4C986}" presName="horz1" presStyleCnt="0"/>
      <dgm:spPr/>
    </dgm:pt>
    <dgm:pt modelId="{C3365CD7-4031-43FA-8702-F3562ECC9915}" type="pres">
      <dgm:prSet presAssocID="{AB7E7DF0-EDB2-45E5-A3BC-02495AE4C986}" presName="tx1" presStyleLbl="revTx" presStyleIdx="7" presStyleCnt="9"/>
      <dgm:spPr/>
    </dgm:pt>
    <dgm:pt modelId="{FBF423DC-E3D3-41D3-8C49-C005608A1FAA}" type="pres">
      <dgm:prSet presAssocID="{AB7E7DF0-EDB2-45E5-A3BC-02495AE4C986}" presName="vert1" presStyleCnt="0"/>
      <dgm:spPr/>
    </dgm:pt>
    <dgm:pt modelId="{F74A635F-55B4-4007-8617-7D014394E5D9}" type="pres">
      <dgm:prSet presAssocID="{E1F58ADB-B0E9-4CB3-9FBD-010A95FF03BE}" presName="thickLine" presStyleLbl="alignNode1" presStyleIdx="8" presStyleCnt="9"/>
      <dgm:spPr/>
    </dgm:pt>
    <dgm:pt modelId="{84E2771C-6A57-486D-8CEA-B8055EA0D91D}" type="pres">
      <dgm:prSet presAssocID="{E1F58ADB-B0E9-4CB3-9FBD-010A95FF03BE}" presName="horz1" presStyleCnt="0"/>
      <dgm:spPr/>
    </dgm:pt>
    <dgm:pt modelId="{670B2952-4F6F-4B26-9B0F-84A525C40647}" type="pres">
      <dgm:prSet presAssocID="{E1F58ADB-B0E9-4CB3-9FBD-010A95FF03BE}" presName="tx1" presStyleLbl="revTx" presStyleIdx="8" presStyleCnt="9"/>
      <dgm:spPr/>
    </dgm:pt>
    <dgm:pt modelId="{FB4E8B9E-08CD-4C91-96E5-28778598F8B8}" type="pres">
      <dgm:prSet presAssocID="{E1F58ADB-B0E9-4CB3-9FBD-010A95FF03BE}" presName="vert1" presStyleCnt="0"/>
      <dgm:spPr/>
    </dgm:pt>
  </dgm:ptLst>
  <dgm:cxnLst>
    <dgm:cxn modelId="{91072313-B3D7-4956-BBDC-C633E3CC9862}" type="presOf" srcId="{E1F58ADB-B0E9-4CB3-9FBD-010A95FF03BE}" destId="{670B2952-4F6F-4B26-9B0F-84A525C40647}" srcOrd="0" destOrd="0" presId="urn:microsoft.com/office/officeart/2008/layout/LinedList"/>
    <dgm:cxn modelId="{59DA3417-E033-4A1B-8667-48C791BCB636}" srcId="{702BA842-4FD0-4050-A154-56786C7B55B8}" destId="{E1F58ADB-B0E9-4CB3-9FBD-010A95FF03BE}" srcOrd="8" destOrd="0" parTransId="{3691F1A0-74A3-4DBA-B840-8B30477518AA}" sibTransId="{A3DE0683-0182-4657-B9EB-08DDF7403A1D}"/>
    <dgm:cxn modelId="{8F7F1219-0801-44FE-91BF-73CC326EBDEA}" type="presOf" srcId="{A8400946-B28E-4429-94D4-DD54B4E213C6}" destId="{ABB66908-EC8B-4343-B5D2-507FAD6E64F3}" srcOrd="0" destOrd="0" presId="urn:microsoft.com/office/officeart/2008/layout/LinedList"/>
    <dgm:cxn modelId="{0FF2D42F-CCF2-48CF-ADDD-AD8D7AB22436}" srcId="{702BA842-4FD0-4050-A154-56786C7B55B8}" destId="{FDD9053F-4DBB-446A-81D1-3E56ECE22F84}" srcOrd="6" destOrd="0" parTransId="{27C364D4-0A22-4C5C-896B-F7534411402F}" sibTransId="{E7C337F7-FA5B-4310-9F61-AE99E0B14350}"/>
    <dgm:cxn modelId="{2F41EF3A-4AFD-415C-8411-ABD2E943B009}" type="presOf" srcId="{64E10F9F-790F-425C-A3B1-943B2582CB47}" destId="{5DD8B738-C973-471B-A769-D6A32934B87B}" srcOrd="0" destOrd="0" presId="urn:microsoft.com/office/officeart/2008/layout/LinedList"/>
    <dgm:cxn modelId="{46F8C341-D67A-4B74-BB6F-FBF1D6052061}" srcId="{702BA842-4FD0-4050-A154-56786C7B55B8}" destId="{3885844C-1879-4075-A528-D4EDFD15D946}" srcOrd="1" destOrd="0" parTransId="{8C41FC57-C4D0-45BD-8435-044D7B9FF06E}" sibTransId="{7B1333BA-0521-4912-B18E-1DC06D9061A9}"/>
    <dgm:cxn modelId="{8ACC2B65-0B08-4B16-A55A-473B010FA519}" srcId="{702BA842-4FD0-4050-A154-56786C7B55B8}" destId="{AB7E7DF0-EDB2-45E5-A3BC-02495AE4C986}" srcOrd="7" destOrd="0" parTransId="{A6801543-BC91-4D86-A519-6C40CF1D5D49}" sibTransId="{0A652BE3-1B9F-4AFE-9E1F-B122431B5517}"/>
    <dgm:cxn modelId="{A186BF67-52AB-484D-9726-EC25295F1F1F}" type="presOf" srcId="{E469CD6E-80BA-47E5-BDF3-9201C57CEB6C}" destId="{C50EDAD9-5F8D-40EE-BDD0-B7350A2D3DCC}" srcOrd="0" destOrd="0" presId="urn:microsoft.com/office/officeart/2008/layout/LinedList"/>
    <dgm:cxn modelId="{75825051-2BA2-499F-9D5B-D00C0F879005}" srcId="{702BA842-4FD0-4050-A154-56786C7B55B8}" destId="{64E10F9F-790F-425C-A3B1-943B2582CB47}" srcOrd="5" destOrd="0" parTransId="{D0B17354-4DFA-41E3-B287-8E8BC3C63F72}" sibTransId="{8A83DBA5-30B0-4F64-8340-FDA6CD4B8204}"/>
    <dgm:cxn modelId="{7C1A897C-7E21-4DFE-9E21-6CA0110A5E9B}" type="presOf" srcId="{AB7E7DF0-EDB2-45E5-A3BC-02495AE4C986}" destId="{C3365CD7-4031-43FA-8702-F3562ECC9915}" srcOrd="0" destOrd="0" presId="urn:microsoft.com/office/officeart/2008/layout/LinedList"/>
    <dgm:cxn modelId="{E4A42D89-046F-4D5D-88C4-BE916F1794C4}" srcId="{702BA842-4FD0-4050-A154-56786C7B55B8}" destId="{E469CD6E-80BA-47E5-BDF3-9201C57CEB6C}" srcOrd="3" destOrd="0" parTransId="{12EB2F96-F42E-43F5-8199-CCBC239306AF}" sibTransId="{42DA617A-CAEA-48DE-9BBF-9B1171FC5AD3}"/>
    <dgm:cxn modelId="{0CEC7A95-D975-458F-B5EA-565A570BB7F0}" srcId="{702BA842-4FD0-4050-A154-56786C7B55B8}" destId="{A8400946-B28E-4429-94D4-DD54B4E213C6}" srcOrd="4" destOrd="0" parTransId="{DF71CA99-1F9B-40D9-84F8-2935AC710D83}" sibTransId="{08755997-2D3D-4C2E-8441-0E6892A45400}"/>
    <dgm:cxn modelId="{9319D7A3-4EA5-4BD4-B906-227537335135}" type="presOf" srcId="{D6DF9188-B65B-4FA8-AF17-14C10DAFBE52}" destId="{F38A1E29-EF5F-403F-B46A-68752C753565}" srcOrd="0" destOrd="0" presId="urn:microsoft.com/office/officeart/2008/layout/LinedList"/>
    <dgm:cxn modelId="{E08565AF-CDDE-4A78-AB9C-07B17B298BB7}" type="presOf" srcId="{12DFA495-C33C-49D1-BB68-D9653B6F2014}" destId="{BF6B4063-7982-47C9-9E19-B5A085F25E69}" srcOrd="0" destOrd="0" presId="urn:microsoft.com/office/officeart/2008/layout/LinedList"/>
    <dgm:cxn modelId="{FBF446B6-6D10-4233-8BD8-B1F07B796A3A}" type="presOf" srcId="{3885844C-1879-4075-A528-D4EDFD15D946}" destId="{4DC178E7-6167-4B0D-B930-1790085CB562}" srcOrd="0" destOrd="0" presId="urn:microsoft.com/office/officeart/2008/layout/LinedList"/>
    <dgm:cxn modelId="{4D0286BE-B249-4DCD-9394-3EE9E7550C00}" type="presOf" srcId="{FDD9053F-4DBB-446A-81D1-3E56ECE22F84}" destId="{5A9171E1-5C63-406A-B17B-6F13F4979588}" srcOrd="0" destOrd="0" presId="urn:microsoft.com/office/officeart/2008/layout/LinedList"/>
    <dgm:cxn modelId="{CA94F3C3-4F18-4E42-BD89-E76C07413673}" srcId="{702BA842-4FD0-4050-A154-56786C7B55B8}" destId="{12DFA495-C33C-49D1-BB68-D9653B6F2014}" srcOrd="2" destOrd="0" parTransId="{4197F3D9-1D94-4361-BCBB-A45EA63D1EF1}" sibTransId="{57396FC0-4139-48B8-92EB-9590796EF7C3}"/>
    <dgm:cxn modelId="{E0155AFE-5669-4F63-AFCA-710309C68F75}" srcId="{702BA842-4FD0-4050-A154-56786C7B55B8}" destId="{D6DF9188-B65B-4FA8-AF17-14C10DAFBE52}" srcOrd="0" destOrd="0" parTransId="{C290DEA0-9AF1-415A-BF13-77423C97F06B}" sibTransId="{D5E644B8-019C-4322-A2B0-8C31620712F1}"/>
    <dgm:cxn modelId="{C0A683FE-34E4-4F55-96DE-EC111C0D3D5F}" type="presOf" srcId="{702BA842-4FD0-4050-A154-56786C7B55B8}" destId="{EED9957E-C581-4E63-8C50-502ECF7D4E6C}" srcOrd="0" destOrd="0" presId="urn:microsoft.com/office/officeart/2008/layout/LinedList"/>
    <dgm:cxn modelId="{B2D1F184-6108-4044-813F-255C35848658}" type="presParOf" srcId="{EED9957E-C581-4E63-8C50-502ECF7D4E6C}" destId="{A49E5CB6-9F85-4FCC-B086-87E36D812232}" srcOrd="0" destOrd="0" presId="urn:microsoft.com/office/officeart/2008/layout/LinedList"/>
    <dgm:cxn modelId="{23E43758-DF43-437E-B5EC-2A8880645A03}" type="presParOf" srcId="{EED9957E-C581-4E63-8C50-502ECF7D4E6C}" destId="{36C837D6-3C36-45E2-923D-F78F69BB909B}" srcOrd="1" destOrd="0" presId="urn:microsoft.com/office/officeart/2008/layout/LinedList"/>
    <dgm:cxn modelId="{394BDF22-8553-4E89-8A63-3CD0454127A6}" type="presParOf" srcId="{36C837D6-3C36-45E2-923D-F78F69BB909B}" destId="{F38A1E29-EF5F-403F-B46A-68752C753565}" srcOrd="0" destOrd="0" presId="urn:microsoft.com/office/officeart/2008/layout/LinedList"/>
    <dgm:cxn modelId="{0791B673-FAF3-4543-BE05-772085E3FBCA}" type="presParOf" srcId="{36C837D6-3C36-45E2-923D-F78F69BB909B}" destId="{9F86AB54-F9FE-4465-9282-3A74448827B6}" srcOrd="1" destOrd="0" presId="urn:microsoft.com/office/officeart/2008/layout/LinedList"/>
    <dgm:cxn modelId="{601791F9-950E-4FA0-8573-535F2E67D858}" type="presParOf" srcId="{EED9957E-C581-4E63-8C50-502ECF7D4E6C}" destId="{A8A04AC2-89C1-471D-8FC2-94B6C85C9980}" srcOrd="2" destOrd="0" presId="urn:microsoft.com/office/officeart/2008/layout/LinedList"/>
    <dgm:cxn modelId="{98D66BC0-7AB1-438C-A1AB-571C70308312}" type="presParOf" srcId="{EED9957E-C581-4E63-8C50-502ECF7D4E6C}" destId="{A36561B5-23D2-4B39-BC6E-ACCE1FEF6A05}" srcOrd="3" destOrd="0" presId="urn:microsoft.com/office/officeart/2008/layout/LinedList"/>
    <dgm:cxn modelId="{FEFC9C91-BADF-4C32-9065-67EDB6E4166C}" type="presParOf" srcId="{A36561B5-23D2-4B39-BC6E-ACCE1FEF6A05}" destId="{4DC178E7-6167-4B0D-B930-1790085CB562}" srcOrd="0" destOrd="0" presId="urn:microsoft.com/office/officeart/2008/layout/LinedList"/>
    <dgm:cxn modelId="{B077A07F-FD1F-45AA-B1AE-2054142C2F4D}" type="presParOf" srcId="{A36561B5-23D2-4B39-BC6E-ACCE1FEF6A05}" destId="{5ACC52E9-BB58-44C8-B2E7-6061DA22DE68}" srcOrd="1" destOrd="0" presId="urn:microsoft.com/office/officeart/2008/layout/LinedList"/>
    <dgm:cxn modelId="{09096BDB-6CDE-40DE-9F6E-735AFD1D8A41}" type="presParOf" srcId="{EED9957E-C581-4E63-8C50-502ECF7D4E6C}" destId="{67C55D5B-9E1E-4BD8-A0B3-92FCC8299AC8}" srcOrd="4" destOrd="0" presId="urn:microsoft.com/office/officeart/2008/layout/LinedList"/>
    <dgm:cxn modelId="{A2675E81-38B2-49C3-9792-BB1C3E0B9331}" type="presParOf" srcId="{EED9957E-C581-4E63-8C50-502ECF7D4E6C}" destId="{658F4947-9B01-4B9D-8BBF-5BE003993DC8}" srcOrd="5" destOrd="0" presId="urn:microsoft.com/office/officeart/2008/layout/LinedList"/>
    <dgm:cxn modelId="{9F167862-1FD2-47C4-8B57-0D42685014C3}" type="presParOf" srcId="{658F4947-9B01-4B9D-8BBF-5BE003993DC8}" destId="{BF6B4063-7982-47C9-9E19-B5A085F25E69}" srcOrd="0" destOrd="0" presId="urn:microsoft.com/office/officeart/2008/layout/LinedList"/>
    <dgm:cxn modelId="{EBE6F200-10CD-4E91-A25F-9BE4FFF9BEA1}" type="presParOf" srcId="{658F4947-9B01-4B9D-8BBF-5BE003993DC8}" destId="{1E082C4D-2EC6-477C-8612-F62766DB1096}" srcOrd="1" destOrd="0" presId="urn:microsoft.com/office/officeart/2008/layout/LinedList"/>
    <dgm:cxn modelId="{37DE7037-EF03-4120-A889-86641929865D}" type="presParOf" srcId="{EED9957E-C581-4E63-8C50-502ECF7D4E6C}" destId="{490032D2-AA3A-4897-9FF6-23D86A198A04}" srcOrd="6" destOrd="0" presId="urn:microsoft.com/office/officeart/2008/layout/LinedList"/>
    <dgm:cxn modelId="{CA8808F6-C8E2-446C-9352-E9C39672A150}" type="presParOf" srcId="{EED9957E-C581-4E63-8C50-502ECF7D4E6C}" destId="{9F3F2245-4CFF-4700-A59B-6D3B5EFF199E}" srcOrd="7" destOrd="0" presId="urn:microsoft.com/office/officeart/2008/layout/LinedList"/>
    <dgm:cxn modelId="{9922C267-7D22-4264-8436-D5096C4F542F}" type="presParOf" srcId="{9F3F2245-4CFF-4700-A59B-6D3B5EFF199E}" destId="{C50EDAD9-5F8D-40EE-BDD0-B7350A2D3DCC}" srcOrd="0" destOrd="0" presId="urn:microsoft.com/office/officeart/2008/layout/LinedList"/>
    <dgm:cxn modelId="{7B0AA17A-CDB5-48AC-A804-437D7E7FA8E7}" type="presParOf" srcId="{9F3F2245-4CFF-4700-A59B-6D3B5EFF199E}" destId="{78A73694-8494-4234-A485-0291643AD3C4}" srcOrd="1" destOrd="0" presId="urn:microsoft.com/office/officeart/2008/layout/LinedList"/>
    <dgm:cxn modelId="{41AD4D10-010A-4E74-A6E4-74D08BF4612E}" type="presParOf" srcId="{EED9957E-C581-4E63-8C50-502ECF7D4E6C}" destId="{ABEA520F-7BB2-455D-B29E-3FDA4F1CD849}" srcOrd="8" destOrd="0" presId="urn:microsoft.com/office/officeart/2008/layout/LinedList"/>
    <dgm:cxn modelId="{F5E26C02-5332-453A-BF35-09CD12FC9BB0}" type="presParOf" srcId="{EED9957E-C581-4E63-8C50-502ECF7D4E6C}" destId="{58A5E3F8-7742-41C5-93C7-3D8BE2B82DA5}" srcOrd="9" destOrd="0" presId="urn:microsoft.com/office/officeart/2008/layout/LinedList"/>
    <dgm:cxn modelId="{F98A28D0-60F6-4A26-AAC2-77482A601A05}" type="presParOf" srcId="{58A5E3F8-7742-41C5-93C7-3D8BE2B82DA5}" destId="{ABB66908-EC8B-4343-B5D2-507FAD6E64F3}" srcOrd="0" destOrd="0" presId="urn:microsoft.com/office/officeart/2008/layout/LinedList"/>
    <dgm:cxn modelId="{A20AD74C-FBDD-4AAB-8C41-5B718B2C242D}" type="presParOf" srcId="{58A5E3F8-7742-41C5-93C7-3D8BE2B82DA5}" destId="{11BF25F1-B7A7-4719-829A-9213712A2DE9}" srcOrd="1" destOrd="0" presId="urn:microsoft.com/office/officeart/2008/layout/LinedList"/>
    <dgm:cxn modelId="{7C067121-5C51-41F8-9987-DD9E23464885}" type="presParOf" srcId="{EED9957E-C581-4E63-8C50-502ECF7D4E6C}" destId="{BEAA5FB9-47A3-4D65-8B42-5F4B69191559}" srcOrd="10" destOrd="0" presId="urn:microsoft.com/office/officeart/2008/layout/LinedList"/>
    <dgm:cxn modelId="{4CD9231B-9838-4CA8-B56E-6DAE607BE995}" type="presParOf" srcId="{EED9957E-C581-4E63-8C50-502ECF7D4E6C}" destId="{A54F5F30-68CA-4AFD-9798-D6B926BCAEA8}" srcOrd="11" destOrd="0" presId="urn:microsoft.com/office/officeart/2008/layout/LinedList"/>
    <dgm:cxn modelId="{1688A8D7-BE89-4A28-BC6B-08654F0D561C}" type="presParOf" srcId="{A54F5F30-68CA-4AFD-9798-D6B926BCAEA8}" destId="{5DD8B738-C973-471B-A769-D6A32934B87B}" srcOrd="0" destOrd="0" presId="urn:microsoft.com/office/officeart/2008/layout/LinedList"/>
    <dgm:cxn modelId="{5A45F5CB-C147-412A-AEA1-EC9A83CF768C}" type="presParOf" srcId="{A54F5F30-68CA-4AFD-9798-D6B926BCAEA8}" destId="{B443E4BE-0001-42F2-86F6-FAC9A9B7E647}" srcOrd="1" destOrd="0" presId="urn:microsoft.com/office/officeart/2008/layout/LinedList"/>
    <dgm:cxn modelId="{FADA59CD-D3CF-4A5D-8EAE-AD32E5BDFA32}" type="presParOf" srcId="{EED9957E-C581-4E63-8C50-502ECF7D4E6C}" destId="{15E50FC2-0F95-4A91-8ABC-0A94E09AD574}" srcOrd="12" destOrd="0" presId="urn:microsoft.com/office/officeart/2008/layout/LinedList"/>
    <dgm:cxn modelId="{386D92C4-B02C-4291-B399-B6D7F932FD93}" type="presParOf" srcId="{EED9957E-C581-4E63-8C50-502ECF7D4E6C}" destId="{61849075-443D-4412-A4A6-9FF21E3E3069}" srcOrd="13" destOrd="0" presId="urn:microsoft.com/office/officeart/2008/layout/LinedList"/>
    <dgm:cxn modelId="{F64753C0-02C6-4A4F-957F-6BAB06A57FDC}" type="presParOf" srcId="{61849075-443D-4412-A4A6-9FF21E3E3069}" destId="{5A9171E1-5C63-406A-B17B-6F13F4979588}" srcOrd="0" destOrd="0" presId="urn:microsoft.com/office/officeart/2008/layout/LinedList"/>
    <dgm:cxn modelId="{BBCD9118-8462-4EB7-BC34-14393F440EF1}" type="presParOf" srcId="{61849075-443D-4412-A4A6-9FF21E3E3069}" destId="{45EB6A39-0E2E-44C6-B3C0-5BFFC0805C2F}" srcOrd="1" destOrd="0" presId="urn:microsoft.com/office/officeart/2008/layout/LinedList"/>
    <dgm:cxn modelId="{CCDD20C1-E00D-46C7-BF6A-1A6F92002DD4}" type="presParOf" srcId="{EED9957E-C581-4E63-8C50-502ECF7D4E6C}" destId="{1D4AE9C5-309F-42E1-B44F-FC70AFCADEEF}" srcOrd="14" destOrd="0" presId="urn:microsoft.com/office/officeart/2008/layout/LinedList"/>
    <dgm:cxn modelId="{8B3F1413-247E-483D-8E6F-C17DE0B42264}" type="presParOf" srcId="{EED9957E-C581-4E63-8C50-502ECF7D4E6C}" destId="{EC7DBFA1-691D-4F87-9BEE-B6FD587DD271}" srcOrd="15" destOrd="0" presId="urn:microsoft.com/office/officeart/2008/layout/LinedList"/>
    <dgm:cxn modelId="{288DEB87-8EC0-4636-8042-7C54A97223A5}" type="presParOf" srcId="{EC7DBFA1-691D-4F87-9BEE-B6FD587DD271}" destId="{C3365CD7-4031-43FA-8702-F3562ECC9915}" srcOrd="0" destOrd="0" presId="urn:microsoft.com/office/officeart/2008/layout/LinedList"/>
    <dgm:cxn modelId="{EBD9083F-5A30-4D39-89CA-CD4AB88718A8}" type="presParOf" srcId="{EC7DBFA1-691D-4F87-9BEE-B6FD587DD271}" destId="{FBF423DC-E3D3-41D3-8C49-C005608A1FAA}" srcOrd="1" destOrd="0" presId="urn:microsoft.com/office/officeart/2008/layout/LinedList"/>
    <dgm:cxn modelId="{CA88480D-109B-46E6-ADC3-E8E1364B94EB}" type="presParOf" srcId="{EED9957E-C581-4E63-8C50-502ECF7D4E6C}" destId="{F74A635F-55B4-4007-8617-7D014394E5D9}" srcOrd="16" destOrd="0" presId="urn:microsoft.com/office/officeart/2008/layout/LinedList"/>
    <dgm:cxn modelId="{BC6F513E-B07E-4FE2-B6C7-F89D1F42A43D}" type="presParOf" srcId="{EED9957E-C581-4E63-8C50-502ECF7D4E6C}" destId="{84E2771C-6A57-486D-8CEA-B8055EA0D91D}" srcOrd="17" destOrd="0" presId="urn:microsoft.com/office/officeart/2008/layout/LinedList"/>
    <dgm:cxn modelId="{74F498A2-D779-41AD-A379-11F3F1340BEB}" type="presParOf" srcId="{84E2771C-6A57-486D-8CEA-B8055EA0D91D}" destId="{670B2952-4F6F-4B26-9B0F-84A525C40647}" srcOrd="0" destOrd="0" presId="urn:microsoft.com/office/officeart/2008/layout/LinedList"/>
    <dgm:cxn modelId="{AB58F0FA-C21C-4C28-ACF0-D02B74256382}" type="presParOf" srcId="{84E2771C-6A57-486D-8CEA-B8055EA0D91D}" destId="{FB4E8B9E-08CD-4C91-96E5-28778598F8B8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49E5CB6-9F85-4FCC-B086-87E36D812232}">
      <dsp:nvSpPr>
        <dsp:cNvPr id="0" name=""/>
        <dsp:cNvSpPr/>
      </dsp:nvSpPr>
      <dsp:spPr>
        <a:xfrm>
          <a:off x="0" y="609"/>
          <a:ext cx="3629023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38A1E29-EF5F-403F-B46A-68752C753565}">
      <dsp:nvSpPr>
        <dsp:cNvPr id="0" name=""/>
        <dsp:cNvSpPr/>
      </dsp:nvSpPr>
      <dsp:spPr>
        <a:xfrm>
          <a:off x="0" y="609"/>
          <a:ext cx="3629023" cy="55432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b="1" kern="1200" dirty="0"/>
            <a:t>FRC no Mato Grosso</a:t>
          </a:r>
          <a:endParaRPr lang="en-US" sz="1900" kern="1200" dirty="0"/>
        </a:p>
      </dsp:txBody>
      <dsp:txXfrm>
        <a:off x="0" y="609"/>
        <a:ext cx="3629023" cy="554325"/>
      </dsp:txXfrm>
    </dsp:sp>
    <dsp:sp modelId="{A8A04AC2-89C1-471D-8FC2-94B6C85C9980}">
      <dsp:nvSpPr>
        <dsp:cNvPr id="0" name=""/>
        <dsp:cNvSpPr/>
      </dsp:nvSpPr>
      <dsp:spPr>
        <a:xfrm>
          <a:off x="0" y="554934"/>
          <a:ext cx="3629023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DC178E7-6167-4B0D-B930-1790085CB562}">
      <dsp:nvSpPr>
        <dsp:cNvPr id="0" name=""/>
        <dsp:cNvSpPr/>
      </dsp:nvSpPr>
      <dsp:spPr>
        <a:xfrm>
          <a:off x="0" y="554934"/>
          <a:ext cx="3629023" cy="55432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b="1" kern="1200" dirty="0"/>
            <a:t>Oque é FRC</a:t>
          </a:r>
          <a:endParaRPr lang="en-US" sz="1900" kern="1200" dirty="0"/>
        </a:p>
      </dsp:txBody>
      <dsp:txXfrm>
        <a:off x="0" y="554934"/>
        <a:ext cx="3629023" cy="554325"/>
      </dsp:txXfrm>
    </dsp:sp>
    <dsp:sp modelId="{67C55D5B-9E1E-4BD8-A0B3-92FCC8299AC8}">
      <dsp:nvSpPr>
        <dsp:cNvPr id="0" name=""/>
        <dsp:cNvSpPr/>
      </dsp:nvSpPr>
      <dsp:spPr>
        <a:xfrm>
          <a:off x="0" y="1109260"/>
          <a:ext cx="3629023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F6B4063-7982-47C9-9E19-B5A085F25E69}">
      <dsp:nvSpPr>
        <dsp:cNvPr id="0" name=""/>
        <dsp:cNvSpPr/>
      </dsp:nvSpPr>
      <dsp:spPr>
        <a:xfrm>
          <a:off x="0" y="1109260"/>
          <a:ext cx="3629023" cy="55432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b="1" kern="1200"/>
            <a:t>Kick off &amp; Documentação</a:t>
          </a:r>
          <a:endParaRPr lang="en-US" sz="1900" kern="1200"/>
        </a:p>
      </dsp:txBody>
      <dsp:txXfrm>
        <a:off x="0" y="1109260"/>
        <a:ext cx="3629023" cy="554325"/>
      </dsp:txXfrm>
    </dsp:sp>
    <dsp:sp modelId="{490032D2-AA3A-4897-9FF6-23D86A198A04}">
      <dsp:nvSpPr>
        <dsp:cNvPr id="0" name=""/>
        <dsp:cNvSpPr/>
      </dsp:nvSpPr>
      <dsp:spPr>
        <a:xfrm>
          <a:off x="0" y="1663586"/>
          <a:ext cx="3629023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50EDAD9-5F8D-40EE-BDD0-B7350A2D3DCC}">
      <dsp:nvSpPr>
        <dsp:cNvPr id="0" name=""/>
        <dsp:cNvSpPr/>
      </dsp:nvSpPr>
      <dsp:spPr>
        <a:xfrm>
          <a:off x="0" y="1663586"/>
          <a:ext cx="3629023" cy="55432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b="1" kern="1200"/>
            <a:t>Equipe &amp; Awards</a:t>
          </a:r>
          <a:endParaRPr lang="en-US" sz="1900" kern="1200"/>
        </a:p>
      </dsp:txBody>
      <dsp:txXfrm>
        <a:off x="0" y="1663586"/>
        <a:ext cx="3629023" cy="554325"/>
      </dsp:txXfrm>
    </dsp:sp>
    <dsp:sp modelId="{ABEA520F-7BB2-455D-B29E-3FDA4F1CD849}">
      <dsp:nvSpPr>
        <dsp:cNvPr id="0" name=""/>
        <dsp:cNvSpPr/>
      </dsp:nvSpPr>
      <dsp:spPr>
        <a:xfrm>
          <a:off x="0" y="2217911"/>
          <a:ext cx="3629023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BB66908-EC8B-4343-B5D2-507FAD6E64F3}">
      <dsp:nvSpPr>
        <dsp:cNvPr id="0" name=""/>
        <dsp:cNvSpPr/>
      </dsp:nvSpPr>
      <dsp:spPr>
        <a:xfrm>
          <a:off x="0" y="2217911"/>
          <a:ext cx="3629023" cy="55432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b="1" kern="1200"/>
            <a:t>Cronograma</a:t>
          </a:r>
          <a:endParaRPr lang="en-US" sz="1900" kern="1200"/>
        </a:p>
      </dsp:txBody>
      <dsp:txXfrm>
        <a:off x="0" y="2217911"/>
        <a:ext cx="3629023" cy="554325"/>
      </dsp:txXfrm>
    </dsp:sp>
    <dsp:sp modelId="{BEAA5FB9-47A3-4D65-8B42-5F4B69191559}">
      <dsp:nvSpPr>
        <dsp:cNvPr id="0" name=""/>
        <dsp:cNvSpPr/>
      </dsp:nvSpPr>
      <dsp:spPr>
        <a:xfrm>
          <a:off x="0" y="2772237"/>
          <a:ext cx="3629023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DD8B738-C973-471B-A769-D6A32934B87B}">
      <dsp:nvSpPr>
        <dsp:cNvPr id="0" name=""/>
        <dsp:cNvSpPr/>
      </dsp:nvSpPr>
      <dsp:spPr>
        <a:xfrm>
          <a:off x="0" y="2772237"/>
          <a:ext cx="3629023" cy="55432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b="1" kern="1200"/>
            <a:t>Engineering notebook</a:t>
          </a:r>
          <a:endParaRPr lang="en-US" sz="1900" kern="1200"/>
        </a:p>
      </dsp:txBody>
      <dsp:txXfrm>
        <a:off x="0" y="2772237"/>
        <a:ext cx="3629023" cy="554325"/>
      </dsp:txXfrm>
    </dsp:sp>
    <dsp:sp modelId="{15E50FC2-0F95-4A91-8ABC-0A94E09AD574}">
      <dsp:nvSpPr>
        <dsp:cNvPr id="0" name=""/>
        <dsp:cNvSpPr/>
      </dsp:nvSpPr>
      <dsp:spPr>
        <a:xfrm>
          <a:off x="0" y="3326562"/>
          <a:ext cx="3629023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A9171E1-5C63-406A-B17B-6F13F4979588}">
      <dsp:nvSpPr>
        <dsp:cNvPr id="0" name=""/>
        <dsp:cNvSpPr/>
      </dsp:nvSpPr>
      <dsp:spPr>
        <a:xfrm>
          <a:off x="0" y="3326562"/>
          <a:ext cx="3629023" cy="55432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b="1" kern="1200"/>
            <a:t>Segurança e Normas Básicas</a:t>
          </a:r>
          <a:endParaRPr lang="en-US" sz="1900" kern="1200"/>
        </a:p>
      </dsp:txBody>
      <dsp:txXfrm>
        <a:off x="0" y="3326562"/>
        <a:ext cx="3629023" cy="554325"/>
      </dsp:txXfrm>
    </dsp:sp>
    <dsp:sp modelId="{1D4AE9C5-309F-42E1-B44F-FC70AFCADEEF}">
      <dsp:nvSpPr>
        <dsp:cNvPr id="0" name=""/>
        <dsp:cNvSpPr/>
      </dsp:nvSpPr>
      <dsp:spPr>
        <a:xfrm>
          <a:off x="0" y="3880888"/>
          <a:ext cx="3629023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3365CD7-4031-43FA-8702-F3562ECC9915}">
      <dsp:nvSpPr>
        <dsp:cNvPr id="0" name=""/>
        <dsp:cNvSpPr/>
      </dsp:nvSpPr>
      <dsp:spPr>
        <a:xfrm>
          <a:off x="0" y="3880888"/>
          <a:ext cx="3629023" cy="55432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b="1" kern="1200"/>
            <a:t>Desenvolvimento pessoal</a:t>
          </a:r>
          <a:endParaRPr lang="en-US" sz="1900" kern="1200"/>
        </a:p>
      </dsp:txBody>
      <dsp:txXfrm>
        <a:off x="0" y="3880888"/>
        <a:ext cx="3629023" cy="554325"/>
      </dsp:txXfrm>
    </dsp:sp>
    <dsp:sp modelId="{F74A635F-55B4-4007-8617-7D014394E5D9}">
      <dsp:nvSpPr>
        <dsp:cNvPr id="0" name=""/>
        <dsp:cNvSpPr/>
      </dsp:nvSpPr>
      <dsp:spPr>
        <a:xfrm>
          <a:off x="0" y="4435214"/>
          <a:ext cx="3629023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70B2952-4F6F-4B26-9B0F-84A525C40647}">
      <dsp:nvSpPr>
        <dsp:cNvPr id="0" name=""/>
        <dsp:cNvSpPr/>
      </dsp:nvSpPr>
      <dsp:spPr>
        <a:xfrm>
          <a:off x="0" y="4435214"/>
          <a:ext cx="3629023" cy="55432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b="1" kern="1200"/>
            <a:t>Mais sobre a competição</a:t>
          </a:r>
          <a:endParaRPr lang="en-US" sz="1900" kern="1200"/>
        </a:p>
      </dsp:txBody>
      <dsp:txXfrm>
        <a:off x="0" y="4435214"/>
        <a:ext cx="3629023" cy="5543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F7A6-441B-41C2-B9B8-8499445F134E}" type="datetimeFigureOut">
              <a:rPr lang="pt-BR" smtClean="0"/>
              <a:t>07/07/2026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4044B-EECF-44C6-98C9-1204AD4A24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060359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F7A6-441B-41C2-B9B8-8499445F134E}" type="datetimeFigureOut">
              <a:rPr lang="pt-BR" smtClean="0"/>
              <a:t>07/07/2026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4044B-EECF-44C6-98C9-1204AD4A24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533177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F7A6-441B-41C2-B9B8-8499445F134E}" type="datetimeFigureOut">
              <a:rPr lang="pt-BR" smtClean="0"/>
              <a:t>07/07/2026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4044B-EECF-44C6-98C9-1204AD4A24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54505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F7A6-441B-41C2-B9B8-8499445F134E}" type="datetimeFigureOut">
              <a:rPr lang="pt-BR" smtClean="0"/>
              <a:t>07/07/2026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4044B-EECF-44C6-98C9-1204AD4A24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35767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F7A6-441B-41C2-B9B8-8499445F134E}" type="datetimeFigureOut">
              <a:rPr lang="pt-BR" smtClean="0"/>
              <a:t>07/07/2026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4044B-EECF-44C6-98C9-1204AD4A24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56382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F7A6-441B-41C2-B9B8-8499445F134E}" type="datetimeFigureOut">
              <a:rPr lang="pt-BR" smtClean="0"/>
              <a:t>07/07/2026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4044B-EECF-44C6-98C9-1204AD4A24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102712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F7A6-441B-41C2-B9B8-8499445F134E}" type="datetimeFigureOut">
              <a:rPr lang="pt-BR" smtClean="0"/>
              <a:t>07/07/2026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4044B-EECF-44C6-98C9-1204AD4A24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58750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F7A6-441B-41C2-B9B8-8499445F134E}" type="datetimeFigureOut">
              <a:rPr lang="pt-BR" smtClean="0"/>
              <a:t>07/07/2026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4044B-EECF-44C6-98C9-1204AD4A24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70300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1525F7A6-441B-41C2-B9B8-8499445F134E}" type="datetimeFigureOut">
              <a:rPr lang="pt-BR" smtClean="0"/>
              <a:t>07/07/2026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9414044B-EECF-44C6-98C9-1204AD4A24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05115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F7A6-441B-41C2-B9B8-8499445F134E}" type="datetimeFigureOut">
              <a:rPr lang="pt-BR" smtClean="0"/>
              <a:t>07/07/2026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4044B-EECF-44C6-98C9-1204AD4A24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790162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F7A6-441B-41C2-B9B8-8499445F134E}" type="datetimeFigureOut">
              <a:rPr lang="pt-BR" smtClean="0"/>
              <a:t>07/07/2026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4044B-EECF-44C6-98C9-1204AD4A24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6150853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F7A6-441B-41C2-B9B8-8499445F134E}" type="datetimeFigureOut">
              <a:rPr lang="pt-BR" smtClean="0"/>
              <a:t>07/07/2026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4044B-EECF-44C6-98C9-1204AD4A24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8408158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F7A6-441B-41C2-B9B8-8499445F134E}" type="datetimeFigureOut">
              <a:rPr lang="pt-BR" smtClean="0"/>
              <a:t>07/07/2026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4044B-EECF-44C6-98C9-1204AD4A24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67691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r o 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pt-BR"/>
              <a:t>Clique para editar os estilos de texto Mestres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F7A6-441B-41C2-B9B8-8499445F134E}" type="datetimeFigureOut">
              <a:rPr lang="pt-BR" smtClean="0"/>
              <a:t>07/07/2026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4044B-EECF-44C6-98C9-1204AD4A24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572321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iro ou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pt-BR"/>
              <a:t>Clique para editar os estilos de texto Mestres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F7A6-441B-41C2-B9B8-8499445F134E}" type="datetimeFigureOut">
              <a:rPr lang="pt-BR" smtClean="0"/>
              <a:t>07/07/2026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4044B-EECF-44C6-98C9-1204AD4A24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0008332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F7A6-441B-41C2-B9B8-8499445F134E}" type="datetimeFigureOut">
              <a:rPr lang="pt-BR" smtClean="0"/>
              <a:t>07/07/2026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4044B-EECF-44C6-98C9-1204AD4A24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0988578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F7A6-441B-41C2-B9B8-8499445F134E}" type="datetimeFigureOut">
              <a:rPr lang="pt-BR" smtClean="0"/>
              <a:t>07/07/2026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4044B-EECF-44C6-98C9-1204AD4A24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916913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1525F7A6-441B-41C2-B9B8-8499445F134E}" type="datetimeFigureOut">
              <a:rPr lang="pt-BR" smtClean="0"/>
              <a:t>07/07/2026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9414044B-EECF-44C6-98C9-1204AD4A24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3390363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1.xml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12" Type="http://schemas.microsoft.com/office/2007/relationships/diagramDrawing" Target="../diagrams/drawing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11" Type="http://schemas.openxmlformats.org/officeDocument/2006/relationships/diagramColors" Target="../diagrams/colors1.xml"/><Relationship Id="rId5" Type="http://schemas.openxmlformats.org/officeDocument/2006/relationships/image" Target="../media/image16.png"/><Relationship Id="rId10" Type="http://schemas.openxmlformats.org/officeDocument/2006/relationships/diagramQuickStyle" Target="../diagrams/quickStyle1.xml"/><Relationship Id="rId4" Type="http://schemas.openxmlformats.org/officeDocument/2006/relationships/image" Target="../media/image15.png"/><Relationship Id="rId9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9.png"/><Relationship Id="rId7" Type="http://schemas.openxmlformats.org/officeDocument/2006/relationships/image" Target="../media/image22.png"/><Relationship Id="rId2" Type="http://schemas.openxmlformats.org/officeDocument/2006/relationships/hyperlink" Target="https://andymark.com/collections/view-all/products/1-2-in-hex-id-1-125-in-od-shielded-flanged-bearing-fr8zz-hexhd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enaimt.ind.br/noticias/pesquisa?qs=FRC" TargetMode="External"/><Relationship Id="rId11" Type="http://schemas.openxmlformats.org/officeDocument/2006/relationships/hyperlink" Target="https://s3.amazonaws.com/docusync-files/a1a7f0150b5e60713315d8f0f8edb4d0dc484893a00e740eb51dc8ec4c015a92/am-2986%20500%20in%20Hex%20ID%201125%20in%20OD%20Shielded%20Flanged%20Bearing%20FR8ZZ-HexHD.pdf" TargetMode="External"/><Relationship Id="rId5" Type="http://schemas.openxmlformats.org/officeDocument/2006/relationships/image" Target="../media/image21.png"/><Relationship Id="rId10" Type="http://schemas.openxmlformats.org/officeDocument/2006/relationships/hyperlink" Target="https://s3.amazonaws.com/docusync-files/2a86f15ab1b5433be3a098d820638f87a1a2d47330710241a4cd36477928319c/am-2986%20FR8ZZ%20Hex%20Bearing.STEP" TargetMode="External"/><Relationship Id="rId4" Type="http://schemas.openxmlformats.org/officeDocument/2006/relationships/image" Target="../media/image20.png"/><Relationship Id="rId9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13" Type="http://schemas.openxmlformats.org/officeDocument/2006/relationships/image" Target="../media/image21.png"/><Relationship Id="rId3" Type="http://schemas.openxmlformats.org/officeDocument/2006/relationships/image" Target="../media/image20.png"/><Relationship Id="rId7" Type="http://schemas.openxmlformats.org/officeDocument/2006/relationships/image" Target="../media/image26.png"/><Relationship Id="rId12" Type="http://schemas.openxmlformats.org/officeDocument/2006/relationships/image" Target="../media/image28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watch?v=PKyUg_Dd9Qw" TargetMode="External"/><Relationship Id="rId11" Type="http://schemas.openxmlformats.org/officeDocument/2006/relationships/hyperlink" Target="https://www.thebluealliance.com/" TargetMode="External"/><Relationship Id="rId5" Type="http://schemas.openxmlformats.org/officeDocument/2006/relationships/image" Target="../media/image25.jpeg"/><Relationship Id="rId10" Type="http://schemas.microsoft.com/office/2007/relationships/hdphoto" Target="../media/hdphoto1.wdp"/><Relationship Id="rId4" Type="http://schemas.openxmlformats.org/officeDocument/2006/relationships/hyperlink" Target="https://www.lookmovie2.to/movies/play/1707391620-more-than-robots-2022" TargetMode="External"/><Relationship Id="rId9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13" Type="http://schemas.openxmlformats.org/officeDocument/2006/relationships/image" Target="../media/image21.png"/><Relationship Id="rId3" Type="http://schemas.openxmlformats.org/officeDocument/2006/relationships/image" Target="../media/image20.png"/><Relationship Id="rId7" Type="http://schemas.openxmlformats.org/officeDocument/2006/relationships/image" Target="../media/image29.png"/><Relationship Id="rId12" Type="http://schemas.openxmlformats.org/officeDocument/2006/relationships/image" Target="../media/image30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firstinspires.org/resources/library/frc/season-materials?view=calendar" TargetMode="External"/><Relationship Id="rId11" Type="http://schemas.openxmlformats.org/officeDocument/2006/relationships/hyperlink" Target="https://www.firstinspires.org/resources/library/frc/playing-field" TargetMode="External"/><Relationship Id="rId5" Type="http://schemas.openxmlformats.org/officeDocument/2006/relationships/image" Target="../media/image26.png"/><Relationship Id="rId10" Type="http://schemas.microsoft.com/office/2007/relationships/hdphoto" Target="../media/hdphoto1.wdp"/><Relationship Id="rId4" Type="http://schemas.openxmlformats.org/officeDocument/2006/relationships/hyperlink" Target="https://www.youtube.com/watch?v=X3RI7mX9HkU&amp;t=1872s" TargetMode="External"/><Relationship Id="rId9" Type="http://schemas.openxmlformats.org/officeDocument/2006/relationships/image" Target="../media/image23.png"/><Relationship Id="rId14" Type="http://schemas.openxmlformats.org/officeDocument/2006/relationships/comments" Target="../comments/commen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hyperlink" Target="https://www.firstinspires.org/resources/library/frc/awards" TargetMode="External"/><Relationship Id="rId7" Type="http://schemas.microsoft.com/office/2007/relationships/hdphoto" Target="../media/hdphoto1.wdp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4.png"/><Relationship Id="rId10" Type="http://schemas.openxmlformats.org/officeDocument/2006/relationships/comments" Target="../comments/comment2.xml"/><Relationship Id="rId4" Type="http://schemas.openxmlformats.org/officeDocument/2006/relationships/image" Target="../media/image31.png"/><Relationship Id="rId9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20.png"/><Relationship Id="rId7" Type="http://schemas.openxmlformats.org/officeDocument/2006/relationships/image" Target="../media/image32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FRCMT-Repositories/Curso-2026/raw/refs/heads/main/Fundamentos%20da%20Rob%C3%B3tica%20Competitiva%20e%20Engenharia%20de%20Equipes/Cronograma%20Exemplo.xlsx" TargetMode="External"/><Relationship Id="rId5" Type="http://schemas.openxmlformats.org/officeDocument/2006/relationships/image" Target="../media/image21.png"/><Relationship Id="rId10" Type="http://schemas.openxmlformats.org/officeDocument/2006/relationships/comments" Target="../comments/comment3.xml"/><Relationship Id="rId4" Type="http://schemas.openxmlformats.org/officeDocument/2006/relationships/image" Target="../media/image27.png"/><Relationship Id="rId9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hyperlink" Target="https://www.remove.bg/pt-br" TargetMode="External"/><Relationship Id="rId3" Type="http://schemas.openxmlformats.org/officeDocument/2006/relationships/image" Target="../media/image33.gif"/><Relationship Id="rId7" Type="http://schemas.openxmlformats.org/officeDocument/2006/relationships/hyperlink" Target="https://drive.google.com/file/d/1vOPy3lh1r-f9n24WIU7s9ocbTfCH9uat/view" TargetMode="External"/><Relationship Id="rId12" Type="http://schemas.microsoft.com/office/2007/relationships/hdphoto" Target="../media/hdphoto1.wdp"/><Relationship Id="rId2" Type="http://schemas.openxmlformats.org/officeDocument/2006/relationships/hyperlink" Target="https://new.express.adobe.com/home/tools/convert-to-gif?colorScheme=light" TargetMode="External"/><Relationship Id="rId16" Type="http://schemas.openxmlformats.org/officeDocument/2006/relationships/comments" Target="../comments/comment4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kingtec2169.com/engineering-notebooks/" TargetMode="External"/><Relationship Id="rId11" Type="http://schemas.openxmlformats.org/officeDocument/2006/relationships/image" Target="../media/image23.png"/><Relationship Id="rId5" Type="http://schemas.openxmlformats.org/officeDocument/2006/relationships/image" Target="../media/image34.png"/><Relationship Id="rId15" Type="http://schemas.openxmlformats.org/officeDocument/2006/relationships/image" Target="../media/image21.png"/><Relationship Id="rId10" Type="http://schemas.openxmlformats.org/officeDocument/2006/relationships/image" Target="../media/image27.png"/><Relationship Id="rId4" Type="http://schemas.openxmlformats.org/officeDocument/2006/relationships/hyperlink" Target="https://drive.google.com/file/d/15ix7vdQ_JxWjqL4tuf22-nmPaPheDdpT/view" TargetMode="External"/><Relationship Id="rId9" Type="http://schemas.openxmlformats.org/officeDocument/2006/relationships/image" Target="../media/image20.png"/><Relationship Id="rId14" Type="http://schemas.openxmlformats.org/officeDocument/2006/relationships/image" Target="../media/image35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21.png"/><Relationship Id="rId7" Type="http://schemas.openxmlformats.org/officeDocument/2006/relationships/image" Target="../media/image39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27.png"/><Relationship Id="rId7" Type="http://schemas.openxmlformats.org/officeDocument/2006/relationships/image" Target="../media/image38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11" Type="http://schemas.openxmlformats.org/officeDocument/2006/relationships/comments" Target="../comments/comment5.xml"/><Relationship Id="rId5" Type="http://schemas.openxmlformats.org/officeDocument/2006/relationships/image" Target="../media/image36.png"/><Relationship Id="rId10" Type="http://schemas.openxmlformats.org/officeDocument/2006/relationships/image" Target="../media/image41.png"/><Relationship Id="rId4" Type="http://schemas.openxmlformats.org/officeDocument/2006/relationships/image" Target="../media/image21.png"/><Relationship Id="rId9" Type="http://schemas.openxmlformats.org/officeDocument/2006/relationships/image" Target="../media/image4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4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chiefdelphi.com/t/cranberry-alarm-2026-ri3d/509306/26" TargetMode="External"/><Relationship Id="rId13" Type="http://schemas.openxmlformats.org/officeDocument/2006/relationships/hyperlink" Target="https://strategyboard.app/" TargetMode="External"/><Relationship Id="rId3" Type="http://schemas.openxmlformats.org/officeDocument/2006/relationships/image" Target="../media/image21.png"/><Relationship Id="rId7" Type="http://schemas.openxmlformats.org/officeDocument/2006/relationships/hyperlink" Target="chiefdelphi.com/t/cranberry-alarm-2026-ri3d/509306/15" TargetMode="External"/><Relationship Id="rId12" Type="http://schemas.openxmlformats.org/officeDocument/2006/relationships/image" Target="../media/image49.gif"/><Relationship Id="rId2" Type="http://schemas.openxmlformats.org/officeDocument/2006/relationships/image" Target="../media/image20.png"/><Relationship Id="rId16" Type="http://schemas.microsoft.com/office/2007/relationships/hdphoto" Target="../media/hdphoto1.wdp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chiefdelphi.com/t/2026-strategy-board-the-digital-strategy-whiteboard-for-frc/509757/29?page=2" TargetMode="External"/><Relationship Id="rId11" Type="http://schemas.openxmlformats.org/officeDocument/2006/relationships/image" Target="../media/image48.jpeg"/><Relationship Id="rId5" Type="http://schemas.openxmlformats.org/officeDocument/2006/relationships/hyperlink" Target="https://www.chiefdelphi.com/t/cranberry-alarm-2026-ri3d/509306/25" TargetMode="External"/><Relationship Id="rId15" Type="http://schemas.openxmlformats.org/officeDocument/2006/relationships/image" Target="../media/image23.png"/><Relationship Id="rId10" Type="http://schemas.openxmlformats.org/officeDocument/2006/relationships/image" Target="../media/image47.png"/><Relationship Id="rId4" Type="http://schemas.openxmlformats.org/officeDocument/2006/relationships/hyperlink" Target="https://www.chiefdelphi.com/t/kelrot-5655-build-blog-2025/481680/2" TargetMode="External"/><Relationship Id="rId9" Type="http://schemas.openxmlformats.org/officeDocument/2006/relationships/image" Target="../media/image46.jpeg"/><Relationship Id="rId14" Type="http://schemas.openxmlformats.org/officeDocument/2006/relationships/image" Target="../media/image5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V-88fjQ-1os" TargetMode="External"/><Relationship Id="rId3" Type="http://schemas.openxmlformats.org/officeDocument/2006/relationships/image" Target="../media/image21.png"/><Relationship Id="rId7" Type="http://schemas.openxmlformats.org/officeDocument/2006/relationships/hyperlink" Target="https://www.youtube.com/watch?v=asYEUtQv024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community.firstinspires.org/hs-fs/hubfs/FRC/Double%20Elim%20Bracket%20-%20Page%201.png?width=809&amp;height=455&amp;name=Double%20Elim%20Bracket%20-%20Page%201.png" TargetMode="External"/><Relationship Id="rId5" Type="http://schemas.openxmlformats.org/officeDocument/2006/relationships/hyperlink" Target="https://www.youtube.com/watch?v=-7Iagdqn0lc" TargetMode="External"/><Relationship Id="rId4" Type="http://schemas.openxmlformats.org/officeDocument/2006/relationships/hyperlink" Target="https://www.youtube.com/watch?v=dNFpJ-sl-ZE" TargetMode="External"/><Relationship Id="rId9" Type="http://schemas.openxmlformats.org/officeDocument/2006/relationships/comments" Target="../comments/commen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BAB564B-ADD8-4689-B47D-479E0B6B42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066900" y="1"/>
            <a:ext cx="3125099" cy="6858000"/>
          </a:xfrm>
          <a:prstGeom prst="rect">
            <a:avLst/>
          </a:prstGeom>
          <a:solidFill>
            <a:srgbClr val="363D4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634D109-15AA-4283-A14C-F630CD88D0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5895765" y="3195797"/>
            <a:ext cx="6858000" cy="466406"/>
          </a:xfrm>
          <a:prstGeom prst="rect">
            <a:avLst/>
          </a:prstGeom>
          <a:gradFill>
            <a:gsLst>
              <a:gs pos="0">
                <a:srgbClr val="363D46">
                  <a:alpha val="0"/>
                </a:srgbClr>
              </a:gs>
              <a:gs pos="100000">
                <a:srgbClr val="363D46">
                  <a:lumMod val="7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F1E8C17-E280-423E-BE27-607AA18BDB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9066901" y="1"/>
            <a:ext cx="0" cy="6858000"/>
          </a:xfrm>
          <a:prstGeom prst="line">
            <a:avLst/>
          </a:prstGeom>
          <a:solidFill>
            <a:srgbClr val="FFFFFF"/>
          </a:solidFill>
          <a:ln w="38100" cap="flat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  <a:miter lim="800000"/>
          </a:ln>
          <a:effectLst>
            <a:outerShdw blurRad="57150" dist="25400" algn="l" rotWithShape="0">
              <a:prstClr val="black">
                <a:alpha val="7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pic>
        <p:nvPicPr>
          <p:cNvPr id="3076" name="Picture 4" descr="Logo novo SENAI sem slogan 755X325 - Imagem Host">
            <a:extLst>
              <a:ext uri="{FF2B5EF4-FFF2-40B4-BE49-F238E27FC236}">
                <a16:creationId xmlns:a16="http://schemas.microsoft.com/office/drawing/2014/main" id="{C3D1C0DA-D169-4EAD-8F2C-1482A5AE1B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2199" y="-249620"/>
            <a:ext cx="4762500" cy="2047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FIRST Robotics Competition - Wikipedia">
            <a:extLst>
              <a:ext uri="{FF2B5EF4-FFF2-40B4-BE49-F238E27FC236}">
                <a16:creationId xmlns:a16="http://schemas.microsoft.com/office/drawing/2014/main" id="{7DC12AF2-A860-4C36-88C5-D055CD60B9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1276" y="2399393"/>
            <a:ext cx="6084347" cy="43067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ítulo 1">
            <a:extLst>
              <a:ext uri="{FF2B5EF4-FFF2-40B4-BE49-F238E27FC236}">
                <a16:creationId xmlns:a16="http://schemas.microsoft.com/office/drawing/2014/main" id="{6631769D-19C0-4F01-B616-C8FB571AB5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421435"/>
            <a:ext cx="9066899" cy="1109599"/>
          </a:xfrm>
        </p:spPr>
        <p:txBody>
          <a:bodyPr>
            <a:noAutofit/>
          </a:bodyPr>
          <a:lstStyle/>
          <a:p>
            <a:r>
              <a:rPr lang="pt-BR" sz="6600" b="1" dirty="0">
                <a:ln w="3175" cmpd="sng">
                  <a:solidFill>
                    <a:schemeClr val="accent4">
                      <a:lumMod val="60000"/>
                      <a:lumOff val="40000"/>
                    </a:schemeClr>
                  </a:solidFill>
                </a:ln>
                <a:solidFill>
                  <a:schemeClr val="accent4">
                    <a:lumMod val="75000"/>
                  </a:schemeClr>
                </a:solidFill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innerShdw blurRad="63500" dist="50800" dir="5400000">
                    <a:prstClr val="black">
                      <a:alpha val="50000"/>
                    </a:prstClr>
                  </a:innerShdw>
                </a:effectLst>
              </a:rPr>
              <a:t>INTRODUÇÃO</a:t>
            </a:r>
          </a:p>
        </p:txBody>
      </p:sp>
      <p:pic>
        <p:nvPicPr>
          <p:cNvPr id="3082" name="Picture 10">
            <a:extLst>
              <a:ext uri="{FF2B5EF4-FFF2-40B4-BE49-F238E27FC236}">
                <a16:creationId xmlns:a16="http://schemas.microsoft.com/office/drawing/2014/main" id="{133B92D8-9F27-4D7D-A656-6787E62F07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3708" y="741252"/>
            <a:ext cx="540000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6" name="Picture 14">
            <a:extLst>
              <a:ext uri="{FF2B5EF4-FFF2-40B4-BE49-F238E27FC236}">
                <a16:creationId xmlns:a16="http://schemas.microsoft.com/office/drawing/2014/main" id="{371E6463-996A-449B-B6EB-2F664D7BB8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3708" y="1343705"/>
            <a:ext cx="540000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8" name="Picture 16">
            <a:extLst>
              <a:ext uri="{FF2B5EF4-FFF2-40B4-BE49-F238E27FC236}">
                <a16:creationId xmlns:a16="http://schemas.microsoft.com/office/drawing/2014/main" id="{48E860A6-CE5C-419C-8AE0-0608DFEB6C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3708" y="1946158"/>
            <a:ext cx="540000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90" name="Picture 18">
            <a:extLst>
              <a:ext uri="{FF2B5EF4-FFF2-40B4-BE49-F238E27FC236}">
                <a16:creationId xmlns:a16="http://schemas.microsoft.com/office/drawing/2014/main" id="{9D09FDB4-6D08-4E21-94EF-50DB0E2FEE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3708" y="2548611"/>
            <a:ext cx="540000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94" name="Picture 22">
            <a:extLst>
              <a:ext uri="{FF2B5EF4-FFF2-40B4-BE49-F238E27FC236}">
                <a16:creationId xmlns:a16="http://schemas.microsoft.com/office/drawing/2014/main" id="{4061BE6F-E178-437D-BA39-8FA7B58371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3708" y="3151064"/>
            <a:ext cx="540000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CaixaDeTexto 22">
            <a:extLst>
              <a:ext uri="{FF2B5EF4-FFF2-40B4-BE49-F238E27FC236}">
                <a16:creationId xmlns:a16="http://schemas.microsoft.com/office/drawing/2014/main" id="{8A5A5CFC-26F0-4DEA-A8B7-C228F2FEC9E3}"/>
              </a:ext>
            </a:extLst>
          </p:cNvPr>
          <p:cNvSpPr txBox="1"/>
          <p:nvPr/>
        </p:nvSpPr>
        <p:spPr>
          <a:xfrm>
            <a:off x="10577496" y="3239716"/>
            <a:ext cx="844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10291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F1AF9D53-C1E7-4AD6-8E48-73E03513D612}"/>
              </a:ext>
            </a:extLst>
          </p:cNvPr>
          <p:cNvSpPr txBox="1"/>
          <p:nvPr/>
        </p:nvSpPr>
        <p:spPr>
          <a:xfrm>
            <a:off x="10577496" y="3841505"/>
            <a:ext cx="844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10295</a:t>
            </a:r>
          </a:p>
        </p:txBody>
      </p:sp>
      <p:pic>
        <p:nvPicPr>
          <p:cNvPr id="3096" name="Picture 24">
            <a:extLst>
              <a:ext uri="{FF2B5EF4-FFF2-40B4-BE49-F238E27FC236}">
                <a16:creationId xmlns:a16="http://schemas.microsoft.com/office/drawing/2014/main" id="{FF1F9A6A-7B39-4F13-A256-07E88EFB0B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3708" y="3753517"/>
            <a:ext cx="540000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313E895E-821A-4016-B386-25D6917511E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3708" y="138799"/>
            <a:ext cx="540000" cy="540000"/>
          </a:xfrm>
          <a:prstGeom prst="rect">
            <a:avLst/>
          </a:prstGeom>
        </p:spPr>
      </p:pic>
      <p:pic>
        <p:nvPicPr>
          <p:cNvPr id="3098" name="Picture 26">
            <a:extLst>
              <a:ext uri="{FF2B5EF4-FFF2-40B4-BE49-F238E27FC236}">
                <a16:creationId xmlns:a16="http://schemas.microsoft.com/office/drawing/2014/main" id="{CE31B0BF-1284-4A40-95FC-DBBC7ED633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3708" y="5560876"/>
            <a:ext cx="540000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CaixaDeTexto 28">
            <a:extLst>
              <a:ext uri="{FF2B5EF4-FFF2-40B4-BE49-F238E27FC236}">
                <a16:creationId xmlns:a16="http://schemas.microsoft.com/office/drawing/2014/main" id="{F69032A8-CB63-413B-9162-0266F18DB3F1}"/>
              </a:ext>
            </a:extLst>
          </p:cNvPr>
          <p:cNvSpPr txBox="1"/>
          <p:nvPr/>
        </p:nvSpPr>
        <p:spPr>
          <a:xfrm>
            <a:off x="10577496" y="5646872"/>
            <a:ext cx="844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10298</a:t>
            </a:r>
          </a:p>
        </p:txBody>
      </p:sp>
      <p:pic>
        <p:nvPicPr>
          <p:cNvPr id="3100" name="Picture 28">
            <a:extLst>
              <a:ext uri="{FF2B5EF4-FFF2-40B4-BE49-F238E27FC236}">
                <a16:creationId xmlns:a16="http://schemas.microsoft.com/office/drawing/2014/main" id="{33821AAD-D48D-4D26-938A-A75834E0FE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3708" y="4958423"/>
            <a:ext cx="540000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1" name="CaixaDeTexto 30">
            <a:extLst>
              <a:ext uri="{FF2B5EF4-FFF2-40B4-BE49-F238E27FC236}">
                <a16:creationId xmlns:a16="http://schemas.microsoft.com/office/drawing/2014/main" id="{74650D7F-F6FD-48C4-ACEB-76580133CD34}"/>
              </a:ext>
            </a:extLst>
          </p:cNvPr>
          <p:cNvSpPr txBox="1"/>
          <p:nvPr/>
        </p:nvSpPr>
        <p:spPr>
          <a:xfrm>
            <a:off x="10577496" y="5045083"/>
            <a:ext cx="844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10297</a:t>
            </a:r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B630E55E-4237-429C-8BD2-30294CD246FC}"/>
              </a:ext>
            </a:extLst>
          </p:cNvPr>
          <p:cNvSpPr txBox="1"/>
          <p:nvPr/>
        </p:nvSpPr>
        <p:spPr>
          <a:xfrm>
            <a:off x="10577496" y="4443294"/>
            <a:ext cx="844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10296</a:t>
            </a:r>
          </a:p>
        </p:txBody>
      </p:sp>
      <p:pic>
        <p:nvPicPr>
          <p:cNvPr id="35" name="Picture 32">
            <a:extLst>
              <a:ext uri="{FF2B5EF4-FFF2-40B4-BE49-F238E27FC236}">
                <a16:creationId xmlns:a16="http://schemas.microsoft.com/office/drawing/2014/main" id="{53BEB3F0-D09F-42FC-AE71-394E0A36AA1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1277"/>
          <a:stretch/>
        </p:blipFill>
        <p:spPr bwMode="auto">
          <a:xfrm>
            <a:off x="9888175" y="6163328"/>
            <a:ext cx="731067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CaixaDeTexto 35">
            <a:extLst>
              <a:ext uri="{FF2B5EF4-FFF2-40B4-BE49-F238E27FC236}">
                <a16:creationId xmlns:a16="http://schemas.microsoft.com/office/drawing/2014/main" id="{404538AB-D409-4244-A0F4-B2A9C7960F6D}"/>
              </a:ext>
            </a:extLst>
          </p:cNvPr>
          <p:cNvSpPr txBox="1"/>
          <p:nvPr/>
        </p:nvSpPr>
        <p:spPr>
          <a:xfrm>
            <a:off x="10577496" y="6248662"/>
            <a:ext cx="844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10299</a:t>
            </a:r>
          </a:p>
        </p:txBody>
      </p:sp>
      <p:pic>
        <p:nvPicPr>
          <p:cNvPr id="37" name="Picture 32">
            <a:extLst>
              <a:ext uri="{FF2B5EF4-FFF2-40B4-BE49-F238E27FC236}">
                <a16:creationId xmlns:a16="http://schemas.microsoft.com/office/drawing/2014/main" id="{B14AB5BA-8CD6-4384-8395-852B66F2EE9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1277"/>
          <a:stretch/>
        </p:blipFill>
        <p:spPr bwMode="auto">
          <a:xfrm>
            <a:off x="9888175" y="4355970"/>
            <a:ext cx="731067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CaixaDeTexto 37">
            <a:extLst>
              <a:ext uri="{FF2B5EF4-FFF2-40B4-BE49-F238E27FC236}">
                <a16:creationId xmlns:a16="http://schemas.microsoft.com/office/drawing/2014/main" id="{FBD51D78-B679-465F-9E50-83D0E5A5DA1F}"/>
              </a:ext>
            </a:extLst>
          </p:cNvPr>
          <p:cNvSpPr txBox="1"/>
          <p:nvPr/>
        </p:nvSpPr>
        <p:spPr>
          <a:xfrm>
            <a:off x="10577496" y="230771"/>
            <a:ext cx="844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9168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E775BEDB-B309-4074-A632-3F4E39A912E3}"/>
              </a:ext>
            </a:extLst>
          </p:cNvPr>
          <p:cNvSpPr txBox="1"/>
          <p:nvPr/>
        </p:nvSpPr>
        <p:spPr>
          <a:xfrm>
            <a:off x="10577496" y="832560"/>
            <a:ext cx="844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9169</a:t>
            </a:r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459F8A5E-1A74-4696-8223-B1BC56E23F7C}"/>
              </a:ext>
            </a:extLst>
          </p:cNvPr>
          <p:cNvSpPr txBox="1"/>
          <p:nvPr/>
        </p:nvSpPr>
        <p:spPr>
          <a:xfrm>
            <a:off x="10577496" y="1434349"/>
            <a:ext cx="844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9602</a:t>
            </a:r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F16A5444-9CDA-4505-B8BE-35028A23E177}"/>
              </a:ext>
            </a:extLst>
          </p:cNvPr>
          <p:cNvSpPr txBox="1"/>
          <p:nvPr/>
        </p:nvSpPr>
        <p:spPr>
          <a:xfrm>
            <a:off x="10577496" y="2036138"/>
            <a:ext cx="844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9603</a:t>
            </a:r>
          </a:p>
        </p:txBody>
      </p:sp>
      <p:sp>
        <p:nvSpPr>
          <p:cNvPr id="42" name="CaixaDeTexto 41">
            <a:extLst>
              <a:ext uri="{FF2B5EF4-FFF2-40B4-BE49-F238E27FC236}">
                <a16:creationId xmlns:a16="http://schemas.microsoft.com/office/drawing/2014/main" id="{89256FBF-09C2-48D3-B34A-153479756442}"/>
              </a:ext>
            </a:extLst>
          </p:cNvPr>
          <p:cNvSpPr txBox="1"/>
          <p:nvPr/>
        </p:nvSpPr>
        <p:spPr>
          <a:xfrm>
            <a:off x="10577496" y="2637927"/>
            <a:ext cx="844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9604</a:t>
            </a:r>
          </a:p>
        </p:txBody>
      </p:sp>
    </p:spTree>
    <p:extLst>
      <p:ext uri="{BB962C8B-B14F-4D97-AF65-F5344CB8AC3E}">
        <p14:creationId xmlns:p14="http://schemas.microsoft.com/office/powerpoint/2010/main" val="7112884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7">
            <a:extLst>
              <a:ext uri="{FF2B5EF4-FFF2-40B4-BE49-F238E27FC236}">
                <a16:creationId xmlns:a16="http://schemas.microsoft.com/office/drawing/2014/main" id="{375136A9-49F9-4DA0-A741-F065B0FA0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33356" y="0"/>
            <a:ext cx="7558643" cy="68580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innerShdw blurRad="63500" dist="50800" dir="10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9">
            <a:extLst>
              <a:ext uri="{FF2B5EF4-FFF2-40B4-BE49-F238E27FC236}">
                <a16:creationId xmlns:a16="http://schemas.microsoft.com/office/drawing/2014/main" id="{B912F6C7-0423-4B6F-AECE-710C848918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446539" y="3195797"/>
            <a:ext cx="6858000" cy="466406"/>
          </a:xfrm>
          <a:prstGeom prst="rect">
            <a:avLst/>
          </a:prstGeom>
          <a:gradFill>
            <a:gsLst>
              <a:gs pos="0">
                <a:srgbClr val="363D46">
                  <a:alpha val="0"/>
                </a:srgbClr>
              </a:gs>
              <a:gs pos="100000">
                <a:srgbClr val="363D46">
                  <a:lumMod val="7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208205-03EE-4EC8-9C34-59270C1880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42336" y="0"/>
            <a:ext cx="0" cy="6858000"/>
          </a:xfrm>
          <a:prstGeom prst="line">
            <a:avLst/>
          </a:prstGeom>
          <a:solidFill>
            <a:srgbClr val="FFFFFF"/>
          </a:solidFill>
          <a:ln w="38100" cap="flat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7E503B0B-F514-5680-B81B-1344D064C12E}"/>
              </a:ext>
            </a:extLst>
          </p:cNvPr>
          <p:cNvSpPr txBox="1"/>
          <p:nvPr/>
        </p:nvSpPr>
        <p:spPr>
          <a:xfrm>
            <a:off x="802333" y="0"/>
            <a:ext cx="297909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000" dirty="0">
                <a:ln w="0">
                  <a:solidFill>
                    <a:srgbClr val="FFFF00"/>
                  </a:solidFill>
                </a:ln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Courier New" panose="02070309020205020404" pitchFamily="49" charset="0"/>
                <a:cs typeface="Courier New" panose="02070309020205020404" pitchFamily="49" charset="0"/>
              </a:rPr>
              <a:t>TEMAS</a:t>
            </a:r>
          </a:p>
        </p:txBody>
      </p:sp>
      <p:pic>
        <p:nvPicPr>
          <p:cNvPr id="2050" name="Picture 2" descr="Charged Up (FIRST) - Wikipedia">
            <a:extLst>
              <a:ext uri="{FF2B5EF4-FFF2-40B4-BE49-F238E27FC236}">
                <a16:creationId xmlns:a16="http://schemas.microsoft.com/office/drawing/2014/main" id="{C242AF17-BE82-4FA6-B5A2-7D79AF75C2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84440" y="799576"/>
            <a:ext cx="2198820" cy="10753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>
            <a:extLst>
              <a:ext uri="{FF2B5EF4-FFF2-40B4-BE49-F238E27FC236}">
                <a16:creationId xmlns:a16="http://schemas.microsoft.com/office/drawing/2014/main" id="{1B84706A-C503-4CBD-8C11-571769F418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1659" y="626205"/>
            <a:ext cx="2879407" cy="14221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Reefscape - Wikipedia">
            <a:extLst>
              <a:ext uri="{FF2B5EF4-FFF2-40B4-BE49-F238E27FC236}">
                <a16:creationId xmlns:a16="http://schemas.microsoft.com/office/drawing/2014/main" id="{AA309DDD-A73A-44F8-B2A8-3D4A1A168E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9532" y="2853067"/>
            <a:ext cx="1456964" cy="1761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4" name="Picture 16" descr="Nacionalização do FRC Kickoff Kit of Parts 2026 – ROOKIE">
            <a:extLst>
              <a:ext uri="{FF2B5EF4-FFF2-40B4-BE49-F238E27FC236}">
                <a16:creationId xmlns:a16="http://schemas.microsoft.com/office/drawing/2014/main" id="{6BA4633E-ACC3-4714-A6BF-AA85B162CB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03476" y="2853067"/>
            <a:ext cx="2273825" cy="2273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3F59C8C1-7D34-4C17-925C-971301E646C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21812" y="5078644"/>
            <a:ext cx="2384957" cy="1523552"/>
          </a:xfrm>
          <a:prstGeom prst="rect">
            <a:avLst/>
          </a:prstGeom>
        </p:spPr>
      </p:pic>
      <p:sp>
        <p:nvSpPr>
          <p:cNvPr id="20" name="CaixaDeTexto 19">
            <a:extLst>
              <a:ext uri="{FF2B5EF4-FFF2-40B4-BE49-F238E27FC236}">
                <a16:creationId xmlns:a16="http://schemas.microsoft.com/office/drawing/2014/main" id="{6F15527B-3D91-4D23-B082-C94919A11149}"/>
              </a:ext>
            </a:extLst>
          </p:cNvPr>
          <p:cNvSpPr txBox="1"/>
          <p:nvPr/>
        </p:nvSpPr>
        <p:spPr>
          <a:xfrm>
            <a:off x="5218672" y="276356"/>
            <a:ext cx="172673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800" b="1" dirty="0"/>
              <a:t>2023</a:t>
            </a:r>
          </a:p>
        </p:txBody>
      </p:sp>
      <p:graphicFrame>
        <p:nvGraphicFramePr>
          <p:cNvPr id="2068" name="CaixaDeTexto 5">
            <a:extLst>
              <a:ext uri="{FF2B5EF4-FFF2-40B4-BE49-F238E27FC236}">
                <a16:creationId xmlns:a16="http://schemas.microsoft.com/office/drawing/2014/main" id="{C01B88BD-B44A-4C71-06FB-1C82F04F119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32291311"/>
              </p:ext>
            </p:extLst>
          </p:nvPr>
        </p:nvGraphicFramePr>
        <p:xfrm>
          <a:off x="333375" y="1165086"/>
          <a:ext cx="3629023" cy="499014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sp>
        <p:nvSpPr>
          <p:cNvPr id="24" name="CaixaDeTexto 23">
            <a:extLst>
              <a:ext uri="{FF2B5EF4-FFF2-40B4-BE49-F238E27FC236}">
                <a16:creationId xmlns:a16="http://schemas.microsoft.com/office/drawing/2014/main" id="{142A4FAA-FBA1-4E28-9A74-82289278CA87}"/>
              </a:ext>
            </a:extLst>
          </p:cNvPr>
          <p:cNvSpPr txBox="1"/>
          <p:nvPr/>
        </p:nvSpPr>
        <p:spPr>
          <a:xfrm>
            <a:off x="9037994" y="276356"/>
            <a:ext cx="172673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800" b="1" dirty="0"/>
              <a:t>2024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ACBCBE89-291E-4136-8D33-BB85A31284A5}"/>
              </a:ext>
            </a:extLst>
          </p:cNvPr>
          <p:cNvSpPr txBox="1"/>
          <p:nvPr/>
        </p:nvSpPr>
        <p:spPr>
          <a:xfrm>
            <a:off x="5243368" y="2301840"/>
            <a:ext cx="172673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800" b="1" dirty="0"/>
              <a:t>2025</a:t>
            </a: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41C45D22-8262-47BF-A951-501F98DCB7A9}"/>
              </a:ext>
            </a:extLst>
          </p:cNvPr>
          <p:cNvSpPr txBox="1"/>
          <p:nvPr/>
        </p:nvSpPr>
        <p:spPr>
          <a:xfrm>
            <a:off x="9277020" y="2301840"/>
            <a:ext cx="172673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800" b="1" dirty="0"/>
              <a:t>2026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7B84D8B8-5763-4A55-9920-B71DF5624354}"/>
              </a:ext>
            </a:extLst>
          </p:cNvPr>
          <p:cNvSpPr txBox="1"/>
          <p:nvPr/>
        </p:nvSpPr>
        <p:spPr>
          <a:xfrm>
            <a:off x="7250922" y="4548083"/>
            <a:ext cx="172673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800" b="1" dirty="0"/>
              <a:t>2027</a:t>
            </a:r>
          </a:p>
        </p:txBody>
      </p:sp>
    </p:spTree>
    <p:extLst>
      <p:ext uri="{BB962C8B-B14F-4D97-AF65-F5344CB8AC3E}">
        <p14:creationId xmlns:p14="http://schemas.microsoft.com/office/powerpoint/2010/main" val="23981436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hlinkClick r:id="rId2"/>
            <a:extLst>
              <a:ext uri="{FF2B5EF4-FFF2-40B4-BE49-F238E27FC236}">
                <a16:creationId xmlns:a16="http://schemas.microsoft.com/office/drawing/2014/main" id="{FF57A1CE-3BF5-4AD1-9D5B-83ADD2A9D1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726" y="3007775"/>
            <a:ext cx="1282472" cy="1171705"/>
          </a:xfrm>
          <a:prstGeom prst="rect">
            <a:avLst/>
          </a:prstGeom>
          <a:ln w="38100">
            <a:solidFill>
              <a:schemeClr val="accent3"/>
            </a:solidFill>
          </a:ln>
        </p:spPr>
      </p:pic>
      <p:sp>
        <p:nvSpPr>
          <p:cNvPr id="14" name="Seta: para a Direita 13">
            <a:extLst>
              <a:ext uri="{FF2B5EF4-FFF2-40B4-BE49-F238E27FC236}">
                <a16:creationId xmlns:a16="http://schemas.microsoft.com/office/drawing/2014/main" id="{014FBDAD-41F5-9271-1458-B1069D05C050}"/>
              </a:ext>
            </a:extLst>
          </p:cNvPr>
          <p:cNvSpPr/>
          <p:nvPr/>
        </p:nvSpPr>
        <p:spPr>
          <a:xfrm>
            <a:off x="2117141" y="58368"/>
            <a:ext cx="6839543" cy="1245140"/>
          </a:xfrm>
          <a:prstGeom prst="rightArrow">
            <a:avLst>
              <a:gd name="adj1" fmla="val 50000"/>
              <a:gd name="adj2" fmla="val 86274"/>
            </a:avLst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89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32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Desenho técnico e esquemas</a:t>
            </a:r>
          </a:p>
        </p:txBody>
      </p:sp>
      <p:pic>
        <p:nvPicPr>
          <p:cNvPr id="12" name="Picture 4" descr="FIRST Brand and Logo Files | FIRST">
            <a:extLst>
              <a:ext uri="{FF2B5EF4-FFF2-40B4-BE49-F238E27FC236}">
                <a16:creationId xmlns:a16="http://schemas.microsoft.com/office/drawing/2014/main" id="{BF6A2643-6B79-F356-21C8-CE85AC8A36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7719"/>
            <a:ext cx="2114550" cy="133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4" name="Agrupar 33">
            <a:extLst>
              <a:ext uri="{FF2B5EF4-FFF2-40B4-BE49-F238E27FC236}">
                <a16:creationId xmlns:a16="http://schemas.microsoft.com/office/drawing/2014/main" id="{233567D2-2441-469B-869C-43EDC10A6277}"/>
              </a:ext>
            </a:extLst>
          </p:cNvPr>
          <p:cNvGrpSpPr/>
          <p:nvPr/>
        </p:nvGrpSpPr>
        <p:grpSpPr>
          <a:xfrm>
            <a:off x="8956684" y="132080"/>
            <a:ext cx="3143876" cy="1103333"/>
            <a:chOff x="8956684" y="132080"/>
            <a:chExt cx="3143876" cy="1103333"/>
          </a:xfrm>
        </p:grpSpPr>
        <p:sp>
          <p:nvSpPr>
            <p:cNvPr id="35" name="Retângulo 34">
              <a:extLst>
                <a:ext uri="{FF2B5EF4-FFF2-40B4-BE49-F238E27FC236}">
                  <a16:creationId xmlns:a16="http://schemas.microsoft.com/office/drawing/2014/main" id="{F372E1FF-4A9D-4039-B991-92A59CA2435C}"/>
                </a:ext>
              </a:extLst>
            </p:cNvPr>
            <p:cNvSpPr/>
            <p:nvPr/>
          </p:nvSpPr>
          <p:spPr>
            <a:xfrm>
              <a:off x="9007810" y="132080"/>
              <a:ext cx="3092750" cy="110333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grpSp>
          <p:nvGrpSpPr>
            <p:cNvPr id="37" name="Agrupar 36">
              <a:extLst>
                <a:ext uri="{FF2B5EF4-FFF2-40B4-BE49-F238E27FC236}">
                  <a16:creationId xmlns:a16="http://schemas.microsoft.com/office/drawing/2014/main" id="{E8AEF0C1-4EB6-4C8D-BAB3-662EF1B8CFE0}"/>
                </a:ext>
              </a:extLst>
            </p:cNvPr>
            <p:cNvGrpSpPr/>
            <p:nvPr/>
          </p:nvGrpSpPr>
          <p:grpSpPr>
            <a:xfrm>
              <a:off x="8956684" y="248871"/>
              <a:ext cx="3062367" cy="846228"/>
              <a:chOff x="8956684" y="248871"/>
              <a:chExt cx="3062367" cy="846228"/>
            </a:xfrm>
          </p:grpSpPr>
          <p:pic>
            <p:nvPicPr>
              <p:cNvPr id="38" name="Picture 20" descr="Sala de aula - ícones de pessoas grátis">
                <a:extLst>
                  <a:ext uri="{FF2B5EF4-FFF2-40B4-BE49-F238E27FC236}">
                    <a16:creationId xmlns:a16="http://schemas.microsoft.com/office/drawing/2014/main" id="{5DD63D24-564F-41D8-B478-30FC5791857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lum bright="70000" contrast="-70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1172823" y="248871"/>
                <a:ext cx="846228" cy="84622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39" name="CaixaDeTexto 38">
                <a:extLst>
                  <a:ext uri="{FF2B5EF4-FFF2-40B4-BE49-F238E27FC236}">
                    <a16:creationId xmlns:a16="http://schemas.microsoft.com/office/drawing/2014/main" id="{72675C90-73C5-4BAA-8390-42D4CBB99135}"/>
                  </a:ext>
                </a:extLst>
              </p:cNvPr>
              <p:cNvSpPr txBox="1"/>
              <p:nvPr/>
            </p:nvSpPr>
            <p:spPr>
              <a:xfrm>
                <a:off x="8956684" y="295177"/>
                <a:ext cx="2205367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4400" b="1" dirty="0">
                    <a:latin typeface="Arial Rounded MT Bold" panose="020F0704030504030204" pitchFamily="34" charset="0"/>
                    <a:cs typeface="Aharoni" panose="02010803020104030203" pitchFamily="2" charset="-79"/>
                  </a:rPr>
                  <a:t>AULA 1</a:t>
                </a:r>
              </a:p>
            </p:txBody>
          </p:sp>
        </p:grpSp>
      </p:grpSp>
      <p:sp>
        <p:nvSpPr>
          <p:cNvPr id="44" name="CaixaDeTexto 43">
            <a:extLst>
              <a:ext uri="{FF2B5EF4-FFF2-40B4-BE49-F238E27FC236}">
                <a16:creationId xmlns:a16="http://schemas.microsoft.com/office/drawing/2014/main" id="{55214EF9-258F-4425-8BC0-EEE0558DA593}"/>
              </a:ext>
            </a:extLst>
          </p:cNvPr>
          <p:cNvSpPr txBox="1"/>
          <p:nvPr/>
        </p:nvSpPr>
        <p:spPr>
          <a:xfrm>
            <a:off x="6795211" y="2681684"/>
            <a:ext cx="33505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Onde tudo começou</a:t>
            </a:r>
          </a:p>
        </p:txBody>
      </p:sp>
      <p:sp>
        <p:nvSpPr>
          <p:cNvPr id="45" name="CaixaDeTexto 44">
            <a:extLst>
              <a:ext uri="{FF2B5EF4-FFF2-40B4-BE49-F238E27FC236}">
                <a16:creationId xmlns:a16="http://schemas.microsoft.com/office/drawing/2014/main" id="{C97FDA3A-21BC-41DF-97D8-B788ECFD1D78}"/>
              </a:ext>
            </a:extLst>
          </p:cNvPr>
          <p:cNvSpPr txBox="1"/>
          <p:nvPr/>
        </p:nvSpPr>
        <p:spPr>
          <a:xfrm>
            <a:off x="6795211" y="3572320"/>
            <a:ext cx="33505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Mundial 2024</a:t>
            </a:r>
          </a:p>
        </p:txBody>
      </p: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BF5A284E-19EA-468C-B917-5B6E542D6D00}"/>
              </a:ext>
            </a:extLst>
          </p:cNvPr>
          <p:cNvSpPr txBox="1"/>
          <p:nvPr/>
        </p:nvSpPr>
        <p:spPr>
          <a:xfrm>
            <a:off x="6795211" y="4485220"/>
            <a:ext cx="33505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Mundial 2025</a:t>
            </a:r>
          </a:p>
        </p:txBody>
      </p:sp>
      <p:sp>
        <p:nvSpPr>
          <p:cNvPr id="47" name="CaixaDeTexto 46">
            <a:extLst>
              <a:ext uri="{FF2B5EF4-FFF2-40B4-BE49-F238E27FC236}">
                <a16:creationId xmlns:a16="http://schemas.microsoft.com/office/drawing/2014/main" id="{E1BEB8EE-F7CF-409E-8D8A-F54FC7F09D3B}"/>
              </a:ext>
            </a:extLst>
          </p:cNvPr>
          <p:cNvSpPr txBox="1"/>
          <p:nvPr/>
        </p:nvSpPr>
        <p:spPr>
          <a:xfrm>
            <a:off x="7043979" y="3797442"/>
            <a:ext cx="33505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Mundial 2026</a:t>
            </a:r>
          </a:p>
        </p:txBody>
      </p:sp>
      <p:pic>
        <p:nvPicPr>
          <p:cNvPr id="4100" name="Picture 4" descr="Notícia - ícones de mídia social grátis">
            <a:hlinkClick r:id="rId6"/>
            <a:extLst>
              <a:ext uri="{FF2B5EF4-FFF2-40B4-BE49-F238E27FC236}">
                <a16:creationId xmlns:a16="http://schemas.microsoft.com/office/drawing/2014/main" id="{C7FD6EEE-4884-4FDB-93AF-DCA8A3B506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911" y="1431026"/>
            <a:ext cx="708958" cy="7089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9" name="CaixaDeTexto 48">
            <a:extLst>
              <a:ext uri="{FF2B5EF4-FFF2-40B4-BE49-F238E27FC236}">
                <a16:creationId xmlns:a16="http://schemas.microsoft.com/office/drawing/2014/main" id="{72C16E7C-DEE8-4217-AB57-D9BE50AAAEB0}"/>
              </a:ext>
            </a:extLst>
          </p:cNvPr>
          <p:cNvSpPr txBox="1"/>
          <p:nvPr/>
        </p:nvSpPr>
        <p:spPr>
          <a:xfrm>
            <a:off x="1457498" y="1653984"/>
            <a:ext cx="33505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MAIS INFORMAÇÕES</a:t>
            </a:r>
          </a:p>
        </p:txBody>
      </p:sp>
      <p:sp>
        <p:nvSpPr>
          <p:cNvPr id="51" name="CaixaDeTexto 50">
            <a:extLst>
              <a:ext uri="{FF2B5EF4-FFF2-40B4-BE49-F238E27FC236}">
                <a16:creationId xmlns:a16="http://schemas.microsoft.com/office/drawing/2014/main" id="{F36D876C-0FD7-4BE8-A065-9903167C16AB}"/>
              </a:ext>
            </a:extLst>
          </p:cNvPr>
          <p:cNvSpPr txBox="1"/>
          <p:nvPr/>
        </p:nvSpPr>
        <p:spPr>
          <a:xfrm>
            <a:off x="9235067" y="3972569"/>
            <a:ext cx="26620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II FESTIVAL ROBOTICA</a:t>
            </a:r>
          </a:p>
        </p:txBody>
      </p:sp>
      <p:sp>
        <p:nvSpPr>
          <p:cNvPr id="52" name="CaixaDeTexto 51">
            <a:extLst>
              <a:ext uri="{FF2B5EF4-FFF2-40B4-BE49-F238E27FC236}">
                <a16:creationId xmlns:a16="http://schemas.microsoft.com/office/drawing/2014/main" id="{9FB3276C-0AAA-45E4-8BCF-34B007DD687E}"/>
              </a:ext>
            </a:extLst>
          </p:cNvPr>
          <p:cNvSpPr txBox="1"/>
          <p:nvPr/>
        </p:nvSpPr>
        <p:spPr>
          <a:xfrm>
            <a:off x="9235067" y="4300554"/>
            <a:ext cx="24844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COMPETIÇÃO 2026</a:t>
            </a:r>
          </a:p>
        </p:txBody>
      </p:sp>
      <p:pic>
        <p:nvPicPr>
          <p:cNvPr id="31" name="Picture 10" descr="Clicando - ícones de gestos grátis">
            <a:extLst>
              <a:ext uri="{FF2B5EF4-FFF2-40B4-BE49-F238E27FC236}">
                <a16:creationId xmlns:a16="http://schemas.microsoft.com/office/drawing/2014/main" id="{66F1B71D-C49E-4573-99EE-DE7797A033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1073" y="3806407"/>
            <a:ext cx="564291" cy="5642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3" name="Picture 10" descr="Clicando - ícones de gestos grátis">
            <a:extLst>
              <a:ext uri="{FF2B5EF4-FFF2-40B4-BE49-F238E27FC236}">
                <a16:creationId xmlns:a16="http://schemas.microsoft.com/office/drawing/2014/main" id="{775774DE-3003-4305-90E9-0DEC861F71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9919" y="2781122"/>
            <a:ext cx="564291" cy="5642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4" name="Picture 10" descr="Clicando - ícones de gestos grátis">
            <a:extLst>
              <a:ext uri="{FF2B5EF4-FFF2-40B4-BE49-F238E27FC236}">
                <a16:creationId xmlns:a16="http://schemas.microsoft.com/office/drawing/2014/main" id="{AB33B023-CB99-4836-950F-A0F1B79A87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97676" y="3530079"/>
            <a:ext cx="564291" cy="5642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5" name="Picture 10" descr="Clicando - ícones de gestos grátis">
            <a:extLst>
              <a:ext uri="{FF2B5EF4-FFF2-40B4-BE49-F238E27FC236}">
                <a16:creationId xmlns:a16="http://schemas.microsoft.com/office/drawing/2014/main" id="{2166668B-820A-4409-AB5B-4E18FCFC8C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1712" y="5695400"/>
            <a:ext cx="564291" cy="5642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6" name="Picture 10" descr="Clicando - ícones de gestos grátis">
            <a:extLst>
              <a:ext uri="{FF2B5EF4-FFF2-40B4-BE49-F238E27FC236}">
                <a16:creationId xmlns:a16="http://schemas.microsoft.com/office/drawing/2014/main" id="{54B910AD-A14C-4F6B-8182-7636A56F17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32753" y="3547817"/>
            <a:ext cx="564291" cy="5642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7" name="Picture 10" descr="Clicando - ícones de gestos grátis">
            <a:extLst>
              <a:ext uri="{FF2B5EF4-FFF2-40B4-BE49-F238E27FC236}">
                <a16:creationId xmlns:a16="http://schemas.microsoft.com/office/drawing/2014/main" id="{BAF44A21-22F1-4104-925F-F140A6AE33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76501" y="3486129"/>
            <a:ext cx="564291" cy="5642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8" name="Picture 10" descr="Clicando - ícones de gestos grátis">
            <a:extLst>
              <a:ext uri="{FF2B5EF4-FFF2-40B4-BE49-F238E27FC236}">
                <a16:creationId xmlns:a16="http://schemas.microsoft.com/office/drawing/2014/main" id="{420A4F51-D686-4C73-8E6B-AE5E45C113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369930">
            <a:off x="464640" y="1643810"/>
            <a:ext cx="564291" cy="5642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CaixaDeTexto 35">
            <a:hlinkClick r:id="rId10"/>
            <a:extLst>
              <a:ext uri="{FF2B5EF4-FFF2-40B4-BE49-F238E27FC236}">
                <a16:creationId xmlns:a16="http://schemas.microsoft.com/office/drawing/2014/main" id="{42596DBD-3B85-4514-AE3D-84D78D15CEF1}"/>
              </a:ext>
            </a:extLst>
          </p:cNvPr>
          <p:cNvSpPr txBox="1"/>
          <p:nvPr/>
        </p:nvSpPr>
        <p:spPr>
          <a:xfrm>
            <a:off x="407419" y="4213748"/>
            <a:ext cx="7469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.STEP</a:t>
            </a:r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B45F295F-5457-49F0-B4CB-4142D9920C9A}"/>
              </a:ext>
            </a:extLst>
          </p:cNvPr>
          <p:cNvSpPr txBox="1"/>
          <p:nvPr/>
        </p:nvSpPr>
        <p:spPr>
          <a:xfrm>
            <a:off x="407418" y="4506165"/>
            <a:ext cx="21037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Folha - Atividade</a:t>
            </a:r>
          </a:p>
        </p:txBody>
      </p:sp>
      <p:sp>
        <p:nvSpPr>
          <p:cNvPr id="48" name="CaixaDeTexto 47">
            <a:extLst>
              <a:ext uri="{FF2B5EF4-FFF2-40B4-BE49-F238E27FC236}">
                <a16:creationId xmlns:a16="http://schemas.microsoft.com/office/drawing/2014/main" id="{6B75913E-9E4C-4559-84FA-2F98E0E0C7AA}"/>
              </a:ext>
            </a:extLst>
          </p:cNvPr>
          <p:cNvSpPr txBox="1"/>
          <p:nvPr/>
        </p:nvSpPr>
        <p:spPr>
          <a:xfrm>
            <a:off x="298258" y="2597333"/>
            <a:ext cx="17122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solidFill>
                  <a:schemeClr val="accent3"/>
                </a:solidFill>
              </a:rPr>
              <a:t>ROLAMENTO</a:t>
            </a:r>
          </a:p>
        </p:txBody>
      </p:sp>
      <p:sp>
        <p:nvSpPr>
          <p:cNvPr id="59" name="CaixaDeTexto 58">
            <a:hlinkClick r:id="rId11"/>
            <a:extLst>
              <a:ext uri="{FF2B5EF4-FFF2-40B4-BE49-F238E27FC236}">
                <a16:creationId xmlns:a16="http://schemas.microsoft.com/office/drawing/2014/main" id="{3BA24D3C-F6CA-4ADF-B341-08C20E7BF783}"/>
              </a:ext>
            </a:extLst>
          </p:cNvPr>
          <p:cNvSpPr txBox="1"/>
          <p:nvPr/>
        </p:nvSpPr>
        <p:spPr>
          <a:xfrm>
            <a:off x="407418" y="4924280"/>
            <a:ext cx="21037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Folha - Resposta</a:t>
            </a:r>
          </a:p>
        </p:txBody>
      </p:sp>
    </p:spTree>
    <p:extLst>
      <p:ext uri="{BB962C8B-B14F-4D97-AF65-F5344CB8AC3E}">
        <p14:creationId xmlns:p14="http://schemas.microsoft.com/office/powerpoint/2010/main" val="30696682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Agrupar 12">
            <a:extLst>
              <a:ext uri="{FF2B5EF4-FFF2-40B4-BE49-F238E27FC236}">
                <a16:creationId xmlns:a16="http://schemas.microsoft.com/office/drawing/2014/main" id="{B9C121F8-6DAB-41C5-A058-6E04E47B3402}"/>
              </a:ext>
            </a:extLst>
          </p:cNvPr>
          <p:cNvGrpSpPr/>
          <p:nvPr/>
        </p:nvGrpSpPr>
        <p:grpSpPr>
          <a:xfrm>
            <a:off x="304478" y="1809345"/>
            <a:ext cx="4249752" cy="4829264"/>
            <a:chOff x="187746" y="1877438"/>
            <a:chExt cx="4249752" cy="4829264"/>
          </a:xfrm>
        </p:grpSpPr>
        <p:pic>
          <p:nvPicPr>
            <p:cNvPr id="2060" name="Picture 12" descr="papel de nota branco 11287526 PNG">
              <a:extLst>
                <a:ext uri="{FF2B5EF4-FFF2-40B4-BE49-F238E27FC236}">
                  <a16:creationId xmlns:a16="http://schemas.microsoft.com/office/drawing/2014/main" id="{2241BA24-03EC-49EF-A152-D103B587588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duotone>
                <a:prstClr val="black"/>
                <a:srgbClr val="FF0000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7746" y="1877438"/>
              <a:ext cx="4249752" cy="48292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5B21FAF0-A53D-48BD-8369-48C4064B8DF9}"/>
                </a:ext>
              </a:extLst>
            </p:cNvPr>
            <p:cNvSpPr txBox="1"/>
            <p:nvPr/>
          </p:nvSpPr>
          <p:spPr>
            <a:xfrm>
              <a:off x="503120" y="2999018"/>
              <a:ext cx="367004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>
                  <a:solidFill>
                    <a:schemeClr val="bg1"/>
                  </a:solidFill>
                </a:rPr>
                <a:t>1. Vídeo YT - </a:t>
              </a:r>
              <a:r>
                <a:rPr lang="pt-BR" dirty="0" err="1">
                  <a:solidFill>
                    <a:schemeClr val="bg1"/>
                  </a:solidFill>
                </a:rPr>
                <a:t>Robonáticos</a:t>
              </a:r>
              <a:endParaRPr lang="pt-BR" dirty="0">
                <a:solidFill>
                  <a:schemeClr val="bg1"/>
                </a:solidFill>
              </a:endParaRPr>
            </a:p>
          </p:txBody>
        </p:sp>
        <p:sp>
          <p:nvSpPr>
            <p:cNvPr id="22" name="CaixaDeTexto 21">
              <a:extLst>
                <a:ext uri="{FF2B5EF4-FFF2-40B4-BE49-F238E27FC236}">
                  <a16:creationId xmlns:a16="http://schemas.microsoft.com/office/drawing/2014/main" id="{7CFA62D4-CBA3-4BF3-9522-BE087F11417F}"/>
                </a:ext>
              </a:extLst>
            </p:cNvPr>
            <p:cNvSpPr txBox="1"/>
            <p:nvPr/>
          </p:nvSpPr>
          <p:spPr>
            <a:xfrm>
              <a:off x="503120" y="3489651"/>
              <a:ext cx="367004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>
                  <a:solidFill>
                    <a:schemeClr val="bg1"/>
                  </a:solidFill>
                </a:rPr>
                <a:t>1.1. Explicar por cima do vídeo</a:t>
              </a:r>
            </a:p>
          </p:txBody>
        </p:sp>
        <p:sp>
          <p:nvSpPr>
            <p:cNvPr id="24" name="CaixaDeTexto 23">
              <a:extLst>
                <a:ext uri="{FF2B5EF4-FFF2-40B4-BE49-F238E27FC236}">
                  <a16:creationId xmlns:a16="http://schemas.microsoft.com/office/drawing/2014/main" id="{47200EAF-09EE-454B-B46F-DF168B5378E2}"/>
                </a:ext>
              </a:extLst>
            </p:cNvPr>
            <p:cNvSpPr txBox="1"/>
            <p:nvPr/>
          </p:nvSpPr>
          <p:spPr>
            <a:xfrm>
              <a:off x="498295" y="4099676"/>
              <a:ext cx="34535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>
                  <a:solidFill>
                    <a:schemeClr val="bg1"/>
                  </a:solidFill>
                </a:rPr>
                <a:t>2. The Blue Alliance</a:t>
              </a:r>
            </a:p>
          </p:txBody>
        </p:sp>
        <p:sp>
          <p:nvSpPr>
            <p:cNvPr id="29" name="CaixaDeTexto 28">
              <a:extLst>
                <a:ext uri="{FF2B5EF4-FFF2-40B4-BE49-F238E27FC236}">
                  <a16:creationId xmlns:a16="http://schemas.microsoft.com/office/drawing/2014/main" id="{29F3E8E1-F83D-453A-82C9-0A951C1AFA44}"/>
                </a:ext>
              </a:extLst>
            </p:cNvPr>
            <p:cNvSpPr txBox="1"/>
            <p:nvPr/>
          </p:nvSpPr>
          <p:spPr>
            <a:xfrm>
              <a:off x="498294" y="4651333"/>
              <a:ext cx="367004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>
                  <a:solidFill>
                    <a:schemeClr val="bg1"/>
                  </a:solidFill>
                </a:rPr>
                <a:t>3. Assistir o filme</a:t>
              </a:r>
            </a:p>
          </p:txBody>
        </p:sp>
      </p:grpSp>
      <p:sp>
        <p:nvSpPr>
          <p:cNvPr id="14" name="Seta: para a Direita 13">
            <a:extLst>
              <a:ext uri="{FF2B5EF4-FFF2-40B4-BE49-F238E27FC236}">
                <a16:creationId xmlns:a16="http://schemas.microsoft.com/office/drawing/2014/main" id="{014FBDAD-41F5-9271-1458-B1069D05C050}"/>
              </a:ext>
            </a:extLst>
          </p:cNvPr>
          <p:cNvSpPr/>
          <p:nvPr/>
        </p:nvSpPr>
        <p:spPr>
          <a:xfrm>
            <a:off x="2117141" y="58368"/>
            <a:ext cx="6839543" cy="1245140"/>
          </a:xfrm>
          <a:prstGeom prst="rightArrow">
            <a:avLst>
              <a:gd name="adj1" fmla="val 50000"/>
              <a:gd name="adj2" fmla="val 86274"/>
            </a:avLst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89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32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Oque é FRC</a:t>
            </a:r>
          </a:p>
        </p:txBody>
      </p:sp>
      <p:pic>
        <p:nvPicPr>
          <p:cNvPr id="12" name="Picture 4" descr="FIRST Brand and Logo Files | FIRST">
            <a:extLst>
              <a:ext uri="{FF2B5EF4-FFF2-40B4-BE49-F238E27FC236}">
                <a16:creationId xmlns:a16="http://schemas.microsoft.com/office/drawing/2014/main" id="{BF6A2643-6B79-F356-21C8-CE85AC8A36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7719"/>
            <a:ext cx="2114550" cy="133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Mais Que Robôs (2022) - IMDb">
            <a:hlinkClick r:id="rId4"/>
            <a:extLst>
              <a:ext uri="{FF2B5EF4-FFF2-40B4-BE49-F238E27FC236}">
                <a16:creationId xmlns:a16="http://schemas.microsoft.com/office/drawing/2014/main" id="{CCD7319C-3505-40E2-8FA2-3BABF3642B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08706" y="1524195"/>
            <a:ext cx="3395548" cy="5028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Youtube - ícones de mídia social grátis">
            <a:hlinkClick r:id="rId6"/>
            <a:extLst>
              <a:ext uri="{FF2B5EF4-FFF2-40B4-BE49-F238E27FC236}">
                <a16:creationId xmlns:a16="http://schemas.microsoft.com/office/drawing/2014/main" id="{28E55EFD-CAA8-4F6A-82B9-01B1E10151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5047" y="1598883"/>
            <a:ext cx="1562446" cy="15624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4" name="Picture 16" descr="Lista de tarefas - ícones de arquivos e pastas grátis">
            <a:extLst>
              <a:ext uri="{FF2B5EF4-FFF2-40B4-BE49-F238E27FC236}">
                <a16:creationId xmlns:a16="http://schemas.microsoft.com/office/drawing/2014/main" id="{05B14FFA-938C-4A5E-BF17-E4A0C85530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7657" y="4878133"/>
            <a:ext cx="1674779" cy="16747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CaixaDeTexto 24">
            <a:extLst>
              <a:ext uri="{FF2B5EF4-FFF2-40B4-BE49-F238E27FC236}">
                <a16:creationId xmlns:a16="http://schemas.microsoft.com/office/drawing/2014/main" id="{749623A9-618B-4043-93EA-98F7794ACF88}"/>
              </a:ext>
            </a:extLst>
          </p:cNvPr>
          <p:cNvSpPr txBox="1"/>
          <p:nvPr/>
        </p:nvSpPr>
        <p:spPr>
          <a:xfrm>
            <a:off x="5352436" y="5158704"/>
            <a:ext cx="3178721" cy="1200329"/>
          </a:xfrm>
          <a:custGeom>
            <a:avLst/>
            <a:gdLst>
              <a:gd name="connsiteX0" fmla="*/ 0 w 3178721"/>
              <a:gd name="connsiteY0" fmla="*/ 0 h 1200329"/>
              <a:gd name="connsiteX1" fmla="*/ 667531 w 3178721"/>
              <a:gd name="connsiteY1" fmla="*/ 0 h 1200329"/>
              <a:gd name="connsiteX2" fmla="*/ 1303276 w 3178721"/>
              <a:gd name="connsiteY2" fmla="*/ 0 h 1200329"/>
              <a:gd name="connsiteX3" fmla="*/ 1907233 w 3178721"/>
              <a:gd name="connsiteY3" fmla="*/ 0 h 1200329"/>
              <a:gd name="connsiteX4" fmla="*/ 2447615 w 3178721"/>
              <a:gd name="connsiteY4" fmla="*/ 0 h 1200329"/>
              <a:gd name="connsiteX5" fmla="*/ 3178721 w 3178721"/>
              <a:gd name="connsiteY5" fmla="*/ 0 h 1200329"/>
              <a:gd name="connsiteX6" fmla="*/ 3178721 w 3178721"/>
              <a:gd name="connsiteY6" fmla="*/ 612168 h 1200329"/>
              <a:gd name="connsiteX7" fmla="*/ 3178721 w 3178721"/>
              <a:gd name="connsiteY7" fmla="*/ 1200329 h 1200329"/>
              <a:gd name="connsiteX8" fmla="*/ 2479402 w 3178721"/>
              <a:gd name="connsiteY8" fmla="*/ 1200329 h 1200329"/>
              <a:gd name="connsiteX9" fmla="*/ 1939020 w 3178721"/>
              <a:gd name="connsiteY9" fmla="*/ 1200329 h 1200329"/>
              <a:gd name="connsiteX10" fmla="*/ 1271488 w 3178721"/>
              <a:gd name="connsiteY10" fmla="*/ 1200329 h 1200329"/>
              <a:gd name="connsiteX11" fmla="*/ 572170 w 3178721"/>
              <a:gd name="connsiteY11" fmla="*/ 1200329 h 1200329"/>
              <a:gd name="connsiteX12" fmla="*/ 0 w 3178721"/>
              <a:gd name="connsiteY12" fmla="*/ 1200329 h 1200329"/>
              <a:gd name="connsiteX13" fmla="*/ 0 w 3178721"/>
              <a:gd name="connsiteY13" fmla="*/ 588161 h 1200329"/>
              <a:gd name="connsiteX14" fmla="*/ 0 w 3178721"/>
              <a:gd name="connsiteY14" fmla="*/ 0 h 12003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178721" h="1200329" extrusionOk="0">
                <a:moveTo>
                  <a:pt x="0" y="0"/>
                </a:moveTo>
                <a:cubicBezTo>
                  <a:pt x="223899" y="-28300"/>
                  <a:pt x="405131" y="-26143"/>
                  <a:pt x="667531" y="0"/>
                </a:cubicBezTo>
                <a:cubicBezTo>
                  <a:pt x="929931" y="26143"/>
                  <a:pt x="1052586" y="20008"/>
                  <a:pt x="1303276" y="0"/>
                </a:cubicBezTo>
                <a:cubicBezTo>
                  <a:pt x="1553966" y="-20008"/>
                  <a:pt x="1621363" y="-24059"/>
                  <a:pt x="1907233" y="0"/>
                </a:cubicBezTo>
                <a:cubicBezTo>
                  <a:pt x="2193103" y="24059"/>
                  <a:pt x="2193376" y="-18174"/>
                  <a:pt x="2447615" y="0"/>
                </a:cubicBezTo>
                <a:cubicBezTo>
                  <a:pt x="2701854" y="18174"/>
                  <a:pt x="2861167" y="-19238"/>
                  <a:pt x="3178721" y="0"/>
                </a:cubicBezTo>
                <a:cubicBezTo>
                  <a:pt x="3166172" y="167789"/>
                  <a:pt x="3196662" y="321771"/>
                  <a:pt x="3178721" y="612168"/>
                </a:cubicBezTo>
                <a:cubicBezTo>
                  <a:pt x="3160780" y="902565"/>
                  <a:pt x="3156192" y="929726"/>
                  <a:pt x="3178721" y="1200329"/>
                </a:cubicBezTo>
                <a:cubicBezTo>
                  <a:pt x="2855840" y="1180168"/>
                  <a:pt x="2728393" y="1188316"/>
                  <a:pt x="2479402" y="1200329"/>
                </a:cubicBezTo>
                <a:cubicBezTo>
                  <a:pt x="2230411" y="1212342"/>
                  <a:pt x="2113060" y="1212049"/>
                  <a:pt x="1939020" y="1200329"/>
                </a:cubicBezTo>
                <a:cubicBezTo>
                  <a:pt x="1764980" y="1188609"/>
                  <a:pt x="1523647" y="1169010"/>
                  <a:pt x="1271488" y="1200329"/>
                </a:cubicBezTo>
                <a:cubicBezTo>
                  <a:pt x="1019329" y="1231648"/>
                  <a:pt x="734534" y="1194546"/>
                  <a:pt x="572170" y="1200329"/>
                </a:cubicBezTo>
                <a:cubicBezTo>
                  <a:pt x="409806" y="1206112"/>
                  <a:pt x="127749" y="1227008"/>
                  <a:pt x="0" y="1200329"/>
                </a:cubicBezTo>
                <a:cubicBezTo>
                  <a:pt x="10412" y="1005194"/>
                  <a:pt x="19828" y="821349"/>
                  <a:pt x="0" y="588161"/>
                </a:cubicBezTo>
                <a:cubicBezTo>
                  <a:pt x="-19828" y="354973"/>
                  <a:pt x="21342" y="255862"/>
                  <a:pt x="0" y="0"/>
                </a:cubicBezTo>
                <a:close/>
              </a:path>
            </a:pathLst>
          </a:custGeom>
          <a:noFill/>
          <a:ln w="28575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2980694335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just"/>
            <a:r>
              <a:rPr lang="pt-BR" b="1" i="1" u="sng" dirty="0"/>
              <a:t>Tarefa para casa: </a:t>
            </a:r>
          </a:p>
          <a:p>
            <a:pPr algn="just"/>
            <a:r>
              <a:rPr lang="pt-BR" dirty="0"/>
              <a:t>Relatório manuscrito sobre a aula, mínimo de 4 paginas.</a:t>
            </a:r>
          </a:p>
        </p:txBody>
      </p:sp>
      <p:pic>
        <p:nvPicPr>
          <p:cNvPr id="27" name="Picture 10" descr="Clicando - ícones de gestos grátis">
            <a:extLst>
              <a:ext uri="{FF2B5EF4-FFF2-40B4-BE49-F238E27FC236}">
                <a16:creationId xmlns:a16="http://schemas.microsoft.com/office/drawing/2014/main" id="{84D8F67D-6A34-4C0D-8DF0-19DEF04E43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6270" y="2326798"/>
            <a:ext cx="1143397" cy="1143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10" descr="Clicando - ícones de gestos grátis">
            <a:extLst>
              <a:ext uri="{FF2B5EF4-FFF2-40B4-BE49-F238E27FC236}">
                <a16:creationId xmlns:a16="http://schemas.microsoft.com/office/drawing/2014/main" id="{35981968-E792-4BB7-BA44-674136F394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9032" y="3183684"/>
            <a:ext cx="1143397" cy="1143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6" name="Picture 18" descr="The Blue Alliance Blog – Analysis, stories, tips, and updates related to  FIRST Robotics and The Blue Alliance">
            <a:hlinkClick r:id="rId11"/>
            <a:extLst>
              <a:ext uri="{FF2B5EF4-FFF2-40B4-BE49-F238E27FC236}">
                <a16:creationId xmlns:a16="http://schemas.microsoft.com/office/drawing/2014/main" id="{E5D5F045-EB22-4901-9B31-D4C41CC00C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9281" y="1679953"/>
            <a:ext cx="1400305" cy="14003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10" descr="Clicando - ícones de gestos grátis">
            <a:extLst>
              <a:ext uri="{FF2B5EF4-FFF2-40B4-BE49-F238E27FC236}">
                <a16:creationId xmlns:a16="http://schemas.microsoft.com/office/drawing/2014/main" id="{66F1B71D-C49E-4573-99EE-DE7797A033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55735" y="2342982"/>
            <a:ext cx="1143397" cy="1143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4" name="Agrupar 33">
            <a:extLst>
              <a:ext uri="{FF2B5EF4-FFF2-40B4-BE49-F238E27FC236}">
                <a16:creationId xmlns:a16="http://schemas.microsoft.com/office/drawing/2014/main" id="{233567D2-2441-469B-869C-43EDC10A6277}"/>
              </a:ext>
            </a:extLst>
          </p:cNvPr>
          <p:cNvGrpSpPr/>
          <p:nvPr/>
        </p:nvGrpSpPr>
        <p:grpSpPr>
          <a:xfrm>
            <a:off x="8956684" y="132080"/>
            <a:ext cx="3143876" cy="1103333"/>
            <a:chOff x="8956684" y="132080"/>
            <a:chExt cx="3143876" cy="1103333"/>
          </a:xfrm>
        </p:grpSpPr>
        <p:sp>
          <p:nvSpPr>
            <p:cNvPr id="35" name="Retângulo 34">
              <a:extLst>
                <a:ext uri="{FF2B5EF4-FFF2-40B4-BE49-F238E27FC236}">
                  <a16:creationId xmlns:a16="http://schemas.microsoft.com/office/drawing/2014/main" id="{F372E1FF-4A9D-4039-B991-92A59CA2435C}"/>
                </a:ext>
              </a:extLst>
            </p:cNvPr>
            <p:cNvSpPr/>
            <p:nvPr/>
          </p:nvSpPr>
          <p:spPr>
            <a:xfrm>
              <a:off x="9007810" y="132080"/>
              <a:ext cx="3092750" cy="110333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grpSp>
          <p:nvGrpSpPr>
            <p:cNvPr id="37" name="Agrupar 36">
              <a:extLst>
                <a:ext uri="{FF2B5EF4-FFF2-40B4-BE49-F238E27FC236}">
                  <a16:creationId xmlns:a16="http://schemas.microsoft.com/office/drawing/2014/main" id="{E8AEF0C1-4EB6-4C8D-BAB3-662EF1B8CFE0}"/>
                </a:ext>
              </a:extLst>
            </p:cNvPr>
            <p:cNvGrpSpPr/>
            <p:nvPr/>
          </p:nvGrpSpPr>
          <p:grpSpPr>
            <a:xfrm>
              <a:off x="8956684" y="248871"/>
              <a:ext cx="3062367" cy="846228"/>
              <a:chOff x="8956684" y="248871"/>
              <a:chExt cx="3062367" cy="846228"/>
            </a:xfrm>
          </p:grpSpPr>
          <p:pic>
            <p:nvPicPr>
              <p:cNvPr id="38" name="Picture 20" descr="Sala de aula - ícones de pessoas grátis">
                <a:extLst>
                  <a:ext uri="{FF2B5EF4-FFF2-40B4-BE49-F238E27FC236}">
                    <a16:creationId xmlns:a16="http://schemas.microsoft.com/office/drawing/2014/main" id="{5DD63D24-564F-41D8-B478-30FC5791857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3">
                <a:lum bright="70000" contrast="-70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1172823" y="248871"/>
                <a:ext cx="846228" cy="84622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39" name="CaixaDeTexto 38">
                <a:extLst>
                  <a:ext uri="{FF2B5EF4-FFF2-40B4-BE49-F238E27FC236}">
                    <a16:creationId xmlns:a16="http://schemas.microsoft.com/office/drawing/2014/main" id="{72675C90-73C5-4BAA-8390-42D4CBB99135}"/>
                  </a:ext>
                </a:extLst>
              </p:cNvPr>
              <p:cNvSpPr txBox="1"/>
              <p:nvPr/>
            </p:nvSpPr>
            <p:spPr>
              <a:xfrm>
                <a:off x="8956684" y="295177"/>
                <a:ext cx="2205367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4400" b="1" dirty="0">
                    <a:latin typeface="Arial Rounded MT Bold" panose="020F0704030504030204" pitchFamily="34" charset="0"/>
                    <a:cs typeface="Aharoni" panose="02010803020104030203" pitchFamily="2" charset="-79"/>
                  </a:rPr>
                  <a:t>AULA 1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2915544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Agrupar 31">
            <a:extLst>
              <a:ext uri="{FF2B5EF4-FFF2-40B4-BE49-F238E27FC236}">
                <a16:creationId xmlns:a16="http://schemas.microsoft.com/office/drawing/2014/main" id="{EF8E78D7-C412-46C5-9169-D798BB0E124A}"/>
              </a:ext>
            </a:extLst>
          </p:cNvPr>
          <p:cNvGrpSpPr/>
          <p:nvPr/>
        </p:nvGrpSpPr>
        <p:grpSpPr>
          <a:xfrm>
            <a:off x="301157" y="1801138"/>
            <a:ext cx="4249752" cy="4829264"/>
            <a:chOff x="187746" y="1877438"/>
            <a:chExt cx="4249752" cy="4829264"/>
          </a:xfrm>
        </p:grpSpPr>
        <p:pic>
          <p:nvPicPr>
            <p:cNvPr id="33" name="Picture 12" descr="papel de nota branco 11287526 PNG">
              <a:extLst>
                <a:ext uri="{FF2B5EF4-FFF2-40B4-BE49-F238E27FC236}">
                  <a16:creationId xmlns:a16="http://schemas.microsoft.com/office/drawing/2014/main" id="{D79F2B07-948C-413D-89C6-5509AC33A52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duotone>
                <a:prstClr val="black"/>
                <a:schemeClr val="accent4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7746" y="1877438"/>
              <a:ext cx="4249752" cy="48292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4" name="CaixaDeTexto 33">
              <a:extLst>
                <a:ext uri="{FF2B5EF4-FFF2-40B4-BE49-F238E27FC236}">
                  <a16:creationId xmlns:a16="http://schemas.microsoft.com/office/drawing/2014/main" id="{079ED3BF-6C0E-4838-8022-6614C7CF7B3A}"/>
                </a:ext>
              </a:extLst>
            </p:cNvPr>
            <p:cNvSpPr txBox="1"/>
            <p:nvPr/>
          </p:nvSpPr>
          <p:spPr>
            <a:xfrm>
              <a:off x="590671" y="2999018"/>
              <a:ext cx="34535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>
                  <a:solidFill>
                    <a:schemeClr val="bg1"/>
                  </a:solidFill>
                </a:rPr>
                <a:t>1. Explorar os arquivos do site</a:t>
              </a:r>
            </a:p>
          </p:txBody>
        </p:sp>
        <p:sp>
          <p:nvSpPr>
            <p:cNvPr id="35" name="CaixaDeTexto 34">
              <a:extLst>
                <a:ext uri="{FF2B5EF4-FFF2-40B4-BE49-F238E27FC236}">
                  <a16:creationId xmlns:a16="http://schemas.microsoft.com/office/drawing/2014/main" id="{738EE7F6-5C3B-4E0A-A647-45712644E07E}"/>
                </a:ext>
              </a:extLst>
            </p:cNvPr>
            <p:cNvSpPr txBox="1"/>
            <p:nvPr/>
          </p:nvSpPr>
          <p:spPr>
            <a:xfrm>
              <a:off x="590671" y="3489651"/>
              <a:ext cx="34535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>
                  <a:solidFill>
                    <a:schemeClr val="bg1"/>
                  </a:solidFill>
                </a:rPr>
                <a:t>2. Game Manual</a:t>
              </a:r>
            </a:p>
          </p:txBody>
        </p:sp>
        <p:sp>
          <p:nvSpPr>
            <p:cNvPr id="36" name="CaixaDeTexto 35">
              <a:extLst>
                <a:ext uri="{FF2B5EF4-FFF2-40B4-BE49-F238E27FC236}">
                  <a16:creationId xmlns:a16="http://schemas.microsoft.com/office/drawing/2014/main" id="{1C8D7DB1-B2BB-4629-83ED-011B2143971B}"/>
                </a:ext>
              </a:extLst>
            </p:cNvPr>
            <p:cNvSpPr txBox="1"/>
            <p:nvPr/>
          </p:nvSpPr>
          <p:spPr>
            <a:xfrm>
              <a:off x="585846" y="4099676"/>
              <a:ext cx="34535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>
                  <a:solidFill>
                    <a:schemeClr val="bg1"/>
                  </a:solidFill>
                </a:rPr>
                <a:t>2.1. Arena</a:t>
              </a:r>
            </a:p>
          </p:txBody>
        </p:sp>
        <p:sp>
          <p:nvSpPr>
            <p:cNvPr id="37" name="CaixaDeTexto 36">
              <a:extLst>
                <a:ext uri="{FF2B5EF4-FFF2-40B4-BE49-F238E27FC236}">
                  <a16:creationId xmlns:a16="http://schemas.microsoft.com/office/drawing/2014/main" id="{7FCAC4F9-A997-4319-B2DE-120ECD014173}"/>
                </a:ext>
              </a:extLst>
            </p:cNvPr>
            <p:cNvSpPr txBox="1"/>
            <p:nvPr/>
          </p:nvSpPr>
          <p:spPr>
            <a:xfrm>
              <a:off x="585845" y="4627954"/>
              <a:ext cx="34535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>
                  <a:solidFill>
                    <a:schemeClr val="bg1"/>
                  </a:solidFill>
                </a:rPr>
                <a:t>2.2. Point </a:t>
              </a:r>
              <a:r>
                <a:rPr lang="pt-BR" dirty="0" err="1">
                  <a:solidFill>
                    <a:schemeClr val="bg1"/>
                  </a:solidFill>
                </a:rPr>
                <a:t>Values</a:t>
              </a:r>
              <a:endParaRPr lang="pt-BR" dirty="0">
                <a:solidFill>
                  <a:schemeClr val="bg1"/>
                </a:solidFill>
              </a:endParaRPr>
            </a:p>
          </p:txBody>
        </p:sp>
        <p:sp>
          <p:nvSpPr>
            <p:cNvPr id="38" name="CaixaDeTexto 37">
              <a:extLst>
                <a:ext uri="{FF2B5EF4-FFF2-40B4-BE49-F238E27FC236}">
                  <a16:creationId xmlns:a16="http://schemas.microsoft.com/office/drawing/2014/main" id="{DD53021C-0EEF-4DE0-90DB-DE575EA79F11}"/>
                </a:ext>
              </a:extLst>
            </p:cNvPr>
            <p:cNvSpPr txBox="1"/>
            <p:nvPr/>
          </p:nvSpPr>
          <p:spPr>
            <a:xfrm>
              <a:off x="585845" y="5140865"/>
              <a:ext cx="34535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>
                  <a:solidFill>
                    <a:schemeClr val="bg1"/>
                  </a:solidFill>
                </a:rPr>
                <a:t>2.3. Game </a:t>
              </a:r>
              <a:r>
                <a:rPr lang="pt-BR" dirty="0" err="1">
                  <a:solidFill>
                    <a:schemeClr val="bg1"/>
                  </a:solidFill>
                </a:rPr>
                <a:t>Rules</a:t>
              </a:r>
              <a:endParaRPr lang="pt-BR" dirty="0">
                <a:solidFill>
                  <a:schemeClr val="bg1"/>
                </a:solidFill>
              </a:endParaRPr>
            </a:p>
          </p:txBody>
        </p:sp>
        <p:sp>
          <p:nvSpPr>
            <p:cNvPr id="39" name="CaixaDeTexto 38">
              <a:extLst>
                <a:ext uri="{FF2B5EF4-FFF2-40B4-BE49-F238E27FC236}">
                  <a16:creationId xmlns:a16="http://schemas.microsoft.com/office/drawing/2014/main" id="{B0D7EAF5-C3F9-492F-97E4-D690F426EE50}"/>
                </a:ext>
              </a:extLst>
            </p:cNvPr>
            <p:cNvSpPr txBox="1"/>
            <p:nvPr/>
          </p:nvSpPr>
          <p:spPr>
            <a:xfrm>
              <a:off x="585845" y="5721706"/>
              <a:ext cx="36198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>
                  <a:solidFill>
                    <a:schemeClr val="bg1"/>
                  </a:solidFill>
                </a:rPr>
                <a:t>2.4. ROBOT </a:t>
              </a:r>
              <a:r>
                <a:rPr lang="pt-BR" dirty="0" err="1">
                  <a:solidFill>
                    <a:schemeClr val="bg1"/>
                  </a:solidFill>
                </a:rPr>
                <a:t>Construction</a:t>
              </a:r>
              <a:r>
                <a:rPr lang="pt-BR" dirty="0">
                  <a:solidFill>
                    <a:schemeClr val="bg1"/>
                  </a:solidFill>
                </a:rPr>
                <a:t> </a:t>
              </a:r>
              <a:r>
                <a:rPr lang="pt-BR" dirty="0" err="1">
                  <a:solidFill>
                    <a:schemeClr val="bg1"/>
                  </a:solidFill>
                </a:rPr>
                <a:t>Rules</a:t>
              </a:r>
              <a:endParaRPr lang="pt-BR" dirty="0">
                <a:solidFill>
                  <a:schemeClr val="bg1"/>
                </a:solidFill>
              </a:endParaRPr>
            </a:p>
          </p:txBody>
        </p:sp>
      </p:grpSp>
      <p:pic>
        <p:nvPicPr>
          <p:cNvPr id="12" name="Picture 4" descr="FIRST Brand and Logo Files | FIRST">
            <a:extLst>
              <a:ext uri="{FF2B5EF4-FFF2-40B4-BE49-F238E27FC236}">
                <a16:creationId xmlns:a16="http://schemas.microsoft.com/office/drawing/2014/main" id="{BF6A2643-6B79-F356-21C8-CE85AC8A36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7719"/>
            <a:ext cx="2114550" cy="133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Seta: para a Direita 17">
            <a:extLst>
              <a:ext uri="{FF2B5EF4-FFF2-40B4-BE49-F238E27FC236}">
                <a16:creationId xmlns:a16="http://schemas.microsoft.com/office/drawing/2014/main" id="{C1E44025-BACB-4B78-8F2E-8794E4ACA1C1}"/>
              </a:ext>
            </a:extLst>
          </p:cNvPr>
          <p:cNvSpPr/>
          <p:nvPr/>
        </p:nvSpPr>
        <p:spPr>
          <a:xfrm>
            <a:off x="2114549" y="58368"/>
            <a:ext cx="6842135" cy="1245140"/>
          </a:xfrm>
          <a:prstGeom prst="rightArrow">
            <a:avLst>
              <a:gd name="adj1" fmla="val 50000"/>
              <a:gd name="adj2" fmla="val 86274"/>
            </a:avLst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89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3200" b="1" dirty="0" err="1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Kick</a:t>
            </a:r>
            <a:r>
              <a:rPr lang="pt-BR" sz="32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 off &amp; Documentação</a:t>
            </a:r>
          </a:p>
        </p:txBody>
      </p:sp>
      <p:pic>
        <p:nvPicPr>
          <p:cNvPr id="23" name="Picture 4" descr="Youtube - ícones de mídia social grátis">
            <a:hlinkClick r:id="rId4"/>
            <a:extLst>
              <a:ext uri="{FF2B5EF4-FFF2-40B4-BE49-F238E27FC236}">
                <a16:creationId xmlns:a16="http://schemas.microsoft.com/office/drawing/2014/main" id="{4157B73C-B164-4B55-8844-654D490766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3020" y="1961865"/>
            <a:ext cx="1562446" cy="15624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Agrupar 10">
            <a:extLst>
              <a:ext uri="{FF2B5EF4-FFF2-40B4-BE49-F238E27FC236}">
                <a16:creationId xmlns:a16="http://schemas.microsoft.com/office/drawing/2014/main" id="{C0798424-8F87-4E83-8542-A656AA86D7FE}"/>
              </a:ext>
            </a:extLst>
          </p:cNvPr>
          <p:cNvGrpSpPr/>
          <p:nvPr/>
        </p:nvGrpSpPr>
        <p:grpSpPr>
          <a:xfrm>
            <a:off x="7354110" y="1859321"/>
            <a:ext cx="2110903" cy="2110903"/>
            <a:chOff x="9066178" y="2173439"/>
            <a:chExt cx="2110903" cy="2110903"/>
          </a:xfrm>
        </p:grpSpPr>
        <p:pic>
          <p:nvPicPr>
            <p:cNvPr id="3078" name="Picture 6" descr="Documentação - ícones de negócios e finanças grátis">
              <a:hlinkClick r:id="rId6"/>
              <a:extLst>
                <a:ext uri="{FF2B5EF4-FFF2-40B4-BE49-F238E27FC236}">
                  <a16:creationId xmlns:a16="http://schemas.microsoft.com/office/drawing/2014/main" id="{AEC402AA-1BAD-4415-9A78-2FBD183083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066178" y="2173439"/>
              <a:ext cx="2110903" cy="21109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5" name="Picture 4" descr="FIRST Brand and Logo Files | FIRST">
              <a:extLst>
                <a:ext uri="{FF2B5EF4-FFF2-40B4-BE49-F238E27FC236}">
                  <a16:creationId xmlns:a16="http://schemas.microsoft.com/office/drawing/2014/main" id="{42C0E1E8-2FF1-4D56-8897-FE7EEB19625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567154" y="3391390"/>
              <a:ext cx="616085" cy="38852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40" name="Picture 16" descr="Lista de tarefas - ícones de arquivos e pastas grátis">
            <a:extLst>
              <a:ext uri="{FF2B5EF4-FFF2-40B4-BE49-F238E27FC236}">
                <a16:creationId xmlns:a16="http://schemas.microsoft.com/office/drawing/2014/main" id="{BC9A7F21-39B9-49E4-9654-ACB3319F79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83315" y="4600294"/>
            <a:ext cx="1674779" cy="16747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" name="CaixaDeTexto 40">
            <a:extLst>
              <a:ext uri="{FF2B5EF4-FFF2-40B4-BE49-F238E27FC236}">
                <a16:creationId xmlns:a16="http://schemas.microsoft.com/office/drawing/2014/main" id="{5FB133E9-99B1-4569-8B7D-72344795439D}"/>
              </a:ext>
            </a:extLst>
          </p:cNvPr>
          <p:cNvSpPr txBox="1"/>
          <p:nvPr/>
        </p:nvSpPr>
        <p:spPr>
          <a:xfrm>
            <a:off x="6037801" y="4699019"/>
            <a:ext cx="3730648" cy="1477328"/>
          </a:xfrm>
          <a:custGeom>
            <a:avLst/>
            <a:gdLst>
              <a:gd name="connsiteX0" fmla="*/ 0 w 3730648"/>
              <a:gd name="connsiteY0" fmla="*/ 0 h 1477328"/>
              <a:gd name="connsiteX1" fmla="*/ 659081 w 3730648"/>
              <a:gd name="connsiteY1" fmla="*/ 0 h 1477328"/>
              <a:gd name="connsiteX2" fmla="*/ 1280856 w 3730648"/>
              <a:gd name="connsiteY2" fmla="*/ 0 h 1477328"/>
              <a:gd name="connsiteX3" fmla="*/ 1865324 w 3730648"/>
              <a:gd name="connsiteY3" fmla="*/ 0 h 1477328"/>
              <a:gd name="connsiteX4" fmla="*/ 2375179 w 3730648"/>
              <a:gd name="connsiteY4" fmla="*/ 0 h 1477328"/>
              <a:gd name="connsiteX5" fmla="*/ 2922341 w 3730648"/>
              <a:gd name="connsiteY5" fmla="*/ 0 h 1477328"/>
              <a:gd name="connsiteX6" fmla="*/ 3730648 w 3730648"/>
              <a:gd name="connsiteY6" fmla="*/ 0 h 1477328"/>
              <a:gd name="connsiteX7" fmla="*/ 3730648 w 3730648"/>
              <a:gd name="connsiteY7" fmla="*/ 492443 h 1477328"/>
              <a:gd name="connsiteX8" fmla="*/ 3730648 w 3730648"/>
              <a:gd name="connsiteY8" fmla="*/ 1014432 h 1477328"/>
              <a:gd name="connsiteX9" fmla="*/ 3730648 w 3730648"/>
              <a:gd name="connsiteY9" fmla="*/ 1477328 h 1477328"/>
              <a:gd name="connsiteX10" fmla="*/ 3183486 w 3730648"/>
              <a:gd name="connsiteY10" fmla="*/ 1477328 h 1477328"/>
              <a:gd name="connsiteX11" fmla="*/ 2487099 w 3730648"/>
              <a:gd name="connsiteY11" fmla="*/ 1477328 h 1477328"/>
              <a:gd name="connsiteX12" fmla="*/ 1828018 w 3730648"/>
              <a:gd name="connsiteY12" fmla="*/ 1477328 h 1477328"/>
              <a:gd name="connsiteX13" fmla="*/ 1168936 w 3730648"/>
              <a:gd name="connsiteY13" fmla="*/ 1477328 h 1477328"/>
              <a:gd name="connsiteX14" fmla="*/ 621775 w 3730648"/>
              <a:gd name="connsiteY14" fmla="*/ 1477328 h 1477328"/>
              <a:gd name="connsiteX15" fmla="*/ 0 w 3730648"/>
              <a:gd name="connsiteY15" fmla="*/ 1477328 h 1477328"/>
              <a:gd name="connsiteX16" fmla="*/ 0 w 3730648"/>
              <a:gd name="connsiteY16" fmla="*/ 999659 h 1477328"/>
              <a:gd name="connsiteX17" fmla="*/ 0 w 3730648"/>
              <a:gd name="connsiteY17" fmla="*/ 507216 h 1477328"/>
              <a:gd name="connsiteX18" fmla="*/ 0 w 3730648"/>
              <a:gd name="connsiteY18" fmla="*/ 0 h 14773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3730648" h="1477328" extrusionOk="0">
                <a:moveTo>
                  <a:pt x="0" y="0"/>
                </a:moveTo>
                <a:cubicBezTo>
                  <a:pt x="283956" y="16276"/>
                  <a:pt x="465258" y="5961"/>
                  <a:pt x="659081" y="0"/>
                </a:cubicBezTo>
                <a:cubicBezTo>
                  <a:pt x="852904" y="-5961"/>
                  <a:pt x="983345" y="27532"/>
                  <a:pt x="1280856" y="0"/>
                </a:cubicBezTo>
                <a:cubicBezTo>
                  <a:pt x="1578368" y="-27532"/>
                  <a:pt x="1598240" y="26777"/>
                  <a:pt x="1865324" y="0"/>
                </a:cubicBezTo>
                <a:cubicBezTo>
                  <a:pt x="2132408" y="-26777"/>
                  <a:pt x="2133765" y="-13110"/>
                  <a:pt x="2375179" y="0"/>
                </a:cubicBezTo>
                <a:cubicBezTo>
                  <a:pt x="2616594" y="13110"/>
                  <a:pt x="2690581" y="3282"/>
                  <a:pt x="2922341" y="0"/>
                </a:cubicBezTo>
                <a:cubicBezTo>
                  <a:pt x="3154101" y="-3282"/>
                  <a:pt x="3531990" y="-17482"/>
                  <a:pt x="3730648" y="0"/>
                </a:cubicBezTo>
                <a:cubicBezTo>
                  <a:pt x="3730215" y="245590"/>
                  <a:pt x="3734731" y="373558"/>
                  <a:pt x="3730648" y="492443"/>
                </a:cubicBezTo>
                <a:cubicBezTo>
                  <a:pt x="3726565" y="611328"/>
                  <a:pt x="3717579" y="815510"/>
                  <a:pt x="3730648" y="1014432"/>
                </a:cubicBezTo>
                <a:cubicBezTo>
                  <a:pt x="3743717" y="1213354"/>
                  <a:pt x="3737200" y="1273559"/>
                  <a:pt x="3730648" y="1477328"/>
                </a:cubicBezTo>
                <a:cubicBezTo>
                  <a:pt x="3527395" y="1490862"/>
                  <a:pt x="3397789" y="1463365"/>
                  <a:pt x="3183486" y="1477328"/>
                </a:cubicBezTo>
                <a:cubicBezTo>
                  <a:pt x="2969183" y="1491291"/>
                  <a:pt x="2783772" y="1460794"/>
                  <a:pt x="2487099" y="1477328"/>
                </a:cubicBezTo>
                <a:cubicBezTo>
                  <a:pt x="2190426" y="1493862"/>
                  <a:pt x="1970219" y="1451111"/>
                  <a:pt x="1828018" y="1477328"/>
                </a:cubicBezTo>
                <a:cubicBezTo>
                  <a:pt x="1685817" y="1503545"/>
                  <a:pt x="1418564" y="1483622"/>
                  <a:pt x="1168936" y="1477328"/>
                </a:cubicBezTo>
                <a:cubicBezTo>
                  <a:pt x="919308" y="1471034"/>
                  <a:pt x="836374" y="1487518"/>
                  <a:pt x="621775" y="1477328"/>
                </a:cubicBezTo>
                <a:cubicBezTo>
                  <a:pt x="407176" y="1467138"/>
                  <a:pt x="289280" y="1463392"/>
                  <a:pt x="0" y="1477328"/>
                </a:cubicBezTo>
                <a:cubicBezTo>
                  <a:pt x="8144" y="1309924"/>
                  <a:pt x="-22920" y="1136678"/>
                  <a:pt x="0" y="999659"/>
                </a:cubicBezTo>
                <a:cubicBezTo>
                  <a:pt x="22920" y="862640"/>
                  <a:pt x="17069" y="700225"/>
                  <a:pt x="0" y="507216"/>
                </a:cubicBezTo>
                <a:cubicBezTo>
                  <a:pt x="-17069" y="314207"/>
                  <a:pt x="-15157" y="186118"/>
                  <a:pt x="0" y="0"/>
                </a:cubicBezTo>
                <a:close/>
              </a:path>
            </a:pathLst>
          </a:custGeom>
          <a:noFill/>
          <a:ln w="28575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2980694335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just"/>
            <a:r>
              <a:rPr lang="pt-BR" b="1" i="1" u="sng" dirty="0"/>
              <a:t>Tarefa – Sala de aula invertida:</a:t>
            </a:r>
          </a:p>
          <a:p>
            <a:pPr algn="just"/>
            <a:r>
              <a:rPr lang="pt-BR" dirty="0"/>
              <a:t>Separar grupos para apresentar os temas 2.1, 2.2, 2.3 e 2.4 (Resumo de informações pertinentes)</a:t>
            </a:r>
          </a:p>
        </p:txBody>
      </p:sp>
      <p:pic>
        <p:nvPicPr>
          <p:cNvPr id="44" name="Picture 10" descr="Clicando - ícones de gestos grátis">
            <a:extLst>
              <a:ext uri="{FF2B5EF4-FFF2-40B4-BE49-F238E27FC236}">
                <a16:creationId xmlns:a16="http://schemas.microsoft.com/office/drawing/2014/main" id="{D38884BE-0E5C-4A68-9B9A-BFD8A11248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09421" y="2897264"/>
            <a:ext cx="1143397" cy="1143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5" name="Picture 10" descr="Clicando - ícones de gestos grátis">
            <a:extLst>
              <a:ext uri="{FF2B5EF4-FFF2-40B4-BE49-F238E27FC236}">
                <a16:creationId xmlns:a16="http://schemas.microsoft.com/office/drawing/2014/main" id="{2380685C-98BB-419C-A1DE-836CFC180D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1152" y="3413254"/>
            <a:ext cx="1143397" cy="1143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4" name="Picture 12" descr="Football field - Free sports icons">
            <a:hlinkClick r:id="rId11"/>
            <a:extLst>
              <a:ext uri="{FF2B5EF4-FFF2-40B4-BE49-F238E27FC236}">
                <a16:creationId xmlns:a16="http://schemas.microsoft.com/office/drawing/2014/main" id="{F20FF10B-3465-4922-AA6E-9E38FB427D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56070" y="2137978"/>
            <a:ext cx="1438926" cy="14389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7" name="Picture 10" descr="Clicando - ícones de gestos grátis">
            <a:extLst>
              <a:ext uri="{FF2B5EF4-FFF2-40B4-BE49-F238E27FC236}">
                <a16:creationId xmlns:a16="http://schemas.microsoft.com/office/drawing/2014/main" id="{580DE62A-8FD4-4D91-A6F8-A728563F5A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78213" y="2890292"/>
            <a:ext cx="1143397" cy="1143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9" name="Retângulo 48">
            <a:extLst>
              <a:ext uri="{FF2B5EF4-FFF2-40B4-BE49-F238E27FC236}">
                <a16:creationId xmlns:a16="http://schemas.microsoft.com/office/drawing/2014/main" id="{207E9D58-FBB2-421D-95A1-D419A6A3DB2E}"/>
              </a:ext>
            </a:extLst>
          </p:cNvPr>
          <p:cNvSpPr/>
          <p:nvPr/>
        </p:nvSpPr>
        <p:spPr>
          <a:xfrm flipH="1">
            <a:off x="-38912" y="6600935"/>
            <a:ext cx="1235413" cy="17304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pSp>
        <p:nvGrpSpPr>
          <p:cNvPr id="50" name="Agrupar 49">
            <a:extLst>
              <a:ext uri="{FF2B5EF4-FFF2-40B4-BE49-F238E27FC236}">
                <a16:creationId xmlns:a16="http://schemas.microsoft.com/office/drawing/2014/main" id="{157C122B-0D0E-4523-946C-37ED7112BF83}"/>
              </a:ext>
            </a:extLst>
          </p:cNvPr>
          <p:cNvGrpSpPr/>
          <p:nvPr/>
        </p:nvGrpSpPr>
        <p:grpSpPr>
          <a:xfrm>
            <a:off x="8956684" y="132080"/>
            <a:ext cx="3143876" cy="1103333"/>
            <a:chOff x="8956684" y="132080"/>
            <a:chExt cx="3143876" cy="1103333"/>
          </a:xfrm>
        </p:grpSpPr>
        <p:sp>
          <p:nvSpPr>
            <p:cNvPr id="51" name="Retângulo 50">
              <a:extLst>
                <a:ext uri="{FF2B5EF4-FFF2-40B4-BE49-F238E27FC236}">
                  <a16:creationId xmlns:a16="http://schemas.microsoft.com/office/drawing/2014/main" id="{3C32D393-9912-4D99-825D-295A76FE8479}"/>
                </a:ext>
              </a:extLst>
            </p:cNvPr>
            <p:cNvSpPr/>
            <p:nvPr/>
          </p:nvSpPr>
          <p:spPr>
            <a:xfrm>
              <a:off x="9007810" y="132080"/>
              <a:ext cx="3092750" cy="110333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grpSp>
          <p:nvGrpSpPr>
            <p:cNvPr id="52" name="Agrupar 51">
              <a:extLst>
                <a:ext uri="{FF2B5EF4-FFF2-40B4-BE49-F238E27FC236}">
                  <a16:creationId xmlns:a16="http://schemas.microsoft.com/office/drawing/2014/main" id="{90402151-83B7-4047-948B-58F7EC7D4EE4}"/>
                </a:ext>
              </a:extLst>
            </p:cNvPr>
            <p:cNvGrpSpPr/>
            <p:nvPr/>
          </p:nvGrpSpPr>
          <p:grpSpPr>
            <a:xfrm>
              <a:off x="8956684" y="248871"/>
              <a:ext cx="3062367" cy="846228"/>
              <a:chOff x="8956684" y="248871"/>
              <a:chExt cx="3062367" cy="846228"/>
            </a:xfrm>
          </p:grpSpPr>
          <p:pic>
            <p:nvPicPr>
              <p:cNvPr id="53" name="Picture 20" descr="Sala de aula - ícones de pessoas grátis">
                <a:extLst>
                  <a:ext uri="{FF2B5EF4-FFF2-40B4-BE49-F238E27FC236}">
                    <a16:creationId xmlns:a16="http://schemas.microsoft.com/office/drawing/2014/main" id="{011DEA52-43FE-4B71-8E3A-4FE7AEB61E0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3">
                <a:lum bright="70000" contrast="-70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1172823" y="248871"/>
                <a:ext cx="846228" cy="84622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4" name="CaixaDeTexto 53">
                <a:extLst>
                  <a:ext uri="{FF2B5EF4-FFF2-40B4-BE49-F238E27FC236}">
                    <a16:creationId xmlns:a16="http://schemas.microsoft.com/office/drawing/2014/main" id="{4638509C-4BFC-4794-AF6D-348B3C780BDF}"/>
                  </a:ext>
                </a:extLst>
              </p:cNvPr>
              <p:cNvSpPr txBox="1"/>
              <p:nvPr/>
            </p:nvSpPr>
            <p:spPr>
              <a:xfrm>
                <a:off x="8956684" y="295177"/>
                <a:ext cx="2205367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4400" b="1" dirty="0">
                    <a:latin typeface="Arial Rounded MT Bold" panose="020F0704030504030204" pitchFamily="34" charset="0"/>
                    <a:cs typeface="Aharoni" panose="02010803020104030203" pitchFamily="2" charset="-79"/>
                  </a:rPr>
                  <a:t>AULA 2</a:t>
                </a:r>
              </a:p>
            </p:txBody>
          </p:sp>
        </p:grpSp>
      </p:grp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7B647FB8-22F9-4EFE-B8ED-F5B7190169FB}"/>
              </a:ext>
            </a:extLst>
          </p:cNvPr>
          <p:cNvSpPr txBox="1"/>
          <p:nvPr/>
        </p:nvSpPr>
        <p:spPr>
          <a:xfrm>
            <a:off x="4597140" y="1845327"/>
            <a:ext cx="2997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KICK OFF</a:t>
            </a: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F345D9E6-FA5F-46E8-A117-7F0CE84C43CB}"/>
              </a:ext>
            </a:extLst>
          </p:cNvPr>
          <p:cNvSpPr txBox="1"/>
          <p:nvPr/>
        </p:nvSpPr>
        <p:spPr>
          <a:xfrm>
            <a:off x="9918263" y="2029993"/>
            <a:ext cx="21109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DOC – ARENA</a:t>
            </a:r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FB80738F-6444-42ED-A616-1BC55F617B92}"/>
              </a:ext>
            </a:extLst>
          </p:cNvPr>
          <p:cNvSpPr txBox="1"/>
          <p:nvPr/>
        </p:nvSpPr>
        <p:spPr>
          <a:xfrm>
            <a:off x="7288139" y="1660661"/>
            <a:ext cx="22682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DOCUMENTAÇÕES</a:t>
            </a:r>
          </a:p>
        </p:txBody>
      </p:sp>
    </p:spTree>
    <p:extLst>
      <p:ext uri="{BB962C8B-B14F-4D97-AF65-F5344CB8AC3E}">
        <p14:creationId xmlns:p14="http://schemas.microsoft.com/office/powerpoint/2010/main" val="31714659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4" descr="FIRST Brand and Logo Files | FIRST">
            <a:extLst>
              <a:ext uri="{FF2B5EF4-FFF2-40B4-BE49-F238E27FC236}">
                <a16:creationId xmlns:a16="http://schemas.microsoft.com/office/drawing/2014/main" id="{BF6A2643-6B79-F356-21C8-CE85AC8A36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7719"/>
            <a:ext cx="2114550" cy="133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Seta: para a Direita 15">
            <a:extLst>
              <a:ext uri="{FF2B5EF4-FFF2-40B4-BE49-F238E27FC236}">
                <a16:creationId xmlns:a16="http://schemas.microsoft.com/office/drawing/2014/main" id="{B5219B27-424F-452F-B860-001B6582CC09}"/>
              </a:ext>
            </a:extLst>
          </p:cNvPr>
          <p:cNvSpPr/>
          <p:nvPr/>
        </p:nvSpPr>
        <p:spPr>
          <a:xfrm>
            <a:off x="2114549" y="58368"/>
            <a:ext cx="6842135" cy="1245140"/>
          </a:xfrm>
          <a:prstGeom prst="rightArrow">
            <a:avLst>
              <a:gd name="adj1" fmla="val 50000"/>
              <a:gd name="adj2" fmla="val 86274"/>
            </a:avLst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89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32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Equipe &amp; Awards</a:t>
            </a:r>
          </a:p>
        </p:txBody>
      </p:sp>
      <p:pic>
        <p:nvPicPr>
          <p:cNvPr id="4098" name="Picture 2" descr="Prêmio - ícones de esportes e competição grátis">
            <a:hlinkClick r:id="rId3"/>
            <a:extLst>
              <a:ext uri="{FF2B5EF4-FFF2-40B4-BE49-F238E27FC236}">
                <a16:creationId xmlns:a16="http://schemas.microsoft.com/office/drawing/2014/main" id="{6FC09FD9-77B5-44C4-AD72-3F9DC95CE0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00768" y="2489639"/>
            <a:ext cx="1868993" cy="18689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7" name="Agrupar 16">
            <a:extLst>
              <a:ext uri="{FF2B5EF4-FFF2-40B4-BE49-F238E27FC236}">
                <a16:creationId xmlns:a16="http://schemas.microsoft.com/office/drawing/2014/main" id="{35286C52-1094-424A-A374-F69F745981DC}"/>
              </a:ext>
            </a:extLst>
          </p:cNvPr>
          <p:cNvGrpSpPr/>
          <p:nvPr/>
        </p:nvGrpSpPr>
        <p:grpSpPr>
          <a:xfrm>
            <a:off x="301164" y="1801141"/>
            <a:ext cx="4249752" cy="4829264"/>
            <a:chOff x="187746" y="1877438"/>
            <a:chExt cx="4249752" cy="4829264"/>
          </a:xfrm>
        </p:grpSpPr>
        <p:pic>
          <p:nvPicPr>
            <p:cNvPr id="18" name="Picture 12" descr="papel de nota branco 11287526 PNG">
              <a:extLst>
                <a:ext uri="{FF2B5EF4-FFF2-40B4-BE49-F238E27FC236}">
                  <a16:creationId xmlns:a16="http://schemas.microsoft.com/office/drawing/2014/main" id="{C6DA3FB1-C783-4960-92E3-7BF6E422B82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duotone>
                <a:prstClr val="black"/>
                <a:schemeClr val="accent5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7746" y="1877438"/>
              <a:ext cx="4249752" cy="48292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CaixaDeTexto 18">
              <a:extLst>
                <a:ext uri="{FF2B5EF4-FFF2-40B4-BE49-F238E27FC236}">
                  <a16:creationId xmlns:a16="http://schemas.microsoft.com/office/drawing/2014/main" id="{7AA38699-0BC6-4F1C-953A-EF1188ECB28C}"/>
                </a:ext>
              </a:extLst>
            </p:cNvPr>
            <p:cNvSpPr txBox="1"/>
            <p:nvPr/>
          </p:nvSpPr>
          <p:spPr>
            <a:xfrm>
              <a:off x="590671" y="2999018"/>
              <a:ext cx="34535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>
                  <a:solidFill>
                    <a:schemeClr val="bg1"/>
                  </a:solidFill>
                </a:rPr>
                <a:t>1. Explicar as áreas e oque</a:t>
              </a:r>
            </a:p>
          </p:txBody>
        </p:sp>
        <p:sp>
          <p:nvSpPr>
            <p:cNvPr id="20" name="CaixaDeTexto 19">
              <a:extLst>
                <a:ext uri="{FF2B5EF4-FFF2-40B4-BE49-F238E27FC236}">
                  <a16:creationId xmlns:a16="http://schemas.microsoft.com/office/drawing/2014/main" id="{67134F50-4AE6-4FFC-8341-DAC1DD0F1A0D}"/>
                </a:ext>
              </a:extLst>
            </p:cNvPr>
            <p:cNvSpPr txBox="1"/>
            <p:nvPr/>
          </p:nvSpPr>
          <p:spPr>
            <a:xfrm>
              <a:off x="590671" y="3489651"/>
              <a:ext cx="36149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>
                  <a:solidFill>
                    <a:schemeClr val="bg1"/>
                  </a:solidFill>
                </a:rPr>
                <a:t>cada área faz dentro do time</a:t>
              </a:r>
            </a:p>
          </p:txBody>
        </p:sp>
        <p:sp>
          <p:nvSpPr>
            <p:cNvPr id="21" name="CaixaDeTexto 20">
              <a:extLst>
                <a:ext uri="{FF2B5EF4-FFF2-40B4-BE49-F238E27FC236}">
                  <a16:creationId xmlns:a16="http://schemas.microsoft.com/office/drawing/2014/main" id="{DEEC45B5-5A4C-46A4-A8AC-AF9DE8CA24D9}"/>
                </a:ext>
              </a:extLst>
            </p:cNvPr>
            <p:cNvSpPr txBox="1"/>
            <p:nvPr/>
          </p:nvSpPr>
          <p:spPr>
            <a:xfrm>
              <a:off x="585846" y="4099676"/>
              <a:ext cx="34535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>
                  <a:solidFill>
                    <a:schemeClr val="bg1"/>
                  </a:solidFill>
                </a:rPr>
                <a:t>1.1. Realizar pré seleção do</a:t>
              </a:r>
            </a:p>
          </p:txBody>
        </p:sp>
        <p:sp>
          <p:nvSpPr>
            <p:cNvPr id="22" name="CaixaDeTexto 21">
              <a:extLst>
                <a:ext uri="{FF2B5EF4-FFF2-40B4-BE49-F238E27FC236}">
                  <a16:creationId xmlns:a16="http://schemas.microsoft.com/office/drawing/2014/main" id="{6BA47FCE-E99A-4376-AF97-AF780088F48C}"/>
                </a:ext>
              </a:extLst>
            </p:cNvPr>
            <p:cNvSpPr txBox="1"/>
            <p:nvPr/>
          </p:nvSpPr>
          <p:spPr>
            <a:xfrm>
              <a:off x="585845" y="4627954"/>
              <a:ext cx="34535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>
                  <a:solidFill>
                    <a:schemeClr val="bg1"/>
                  </a:solidFill>
                </a:rPr>
                <a:t>Lider do time.</a:t>
              </a:r>
            </a:p>
          </p:txBody>
        </p:sp>
        <p:sp>
          <p:nvSpPr>
            <p:cNvPr id="23" name="CaixaDeTexto 22">
              <a:extLst>
                <a:ext uri="{FF2B5EF4-FFF2-40B4-BE49-F238E27FC236}">
                  <a16:creationId xmlns:a16="http://schemas.microsoft.com/office/drawing/2014/main" id="{15A75451-25F0-4B76-8324-B02DDF51C4F2}"/>
                </a:ext>
              </a:extLst>
            </p:cNvPr>
            <p:cNvSpPr txBox="1"/>
            <p:nvPr/>
          </p:nvSpPr>
          <p:spPr>
            <a:xfrm>
              <a:off x="585845" y="5140865"/>
              <a:ext cx="36149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>
                  <a:solidFill>
                    <a:schemeClr val="bg1"/>
                  </a:solidFill>
                </a:rPr>
                <a:t>1.2. Pré separação das áreas</a:t>
              </a:r>
            </a:p>
          </p:txBody>
        </p:sp>
        <p:sp>
          <p:nvSpPr>
            <p:cNvPr id="24" name="CaixaDeTexto 23">
              <a:extLst>
                <a:ext uri="{FF2B5EF4-FFF2-40B4-BE49-F238E27FC236}">
                  <a16:creationId xmlns:a16="http://schemas.microsoft.com/office/drawing/2014/main" id="{354B323C-D675-4540-9CDD-BBC01292CF43}"/>
                </a:ext>
              </a:extLst>
            </p:cNvPr>
            <p:cNvSpPr txBox="1"/>
            <p:nvPr/>
          </p:nvSpPr>
          <p:spPr>
            <a:xfrm>
              <a:off x="585845" y="5721706"/>
              <a:ext cx="36198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>
                  <a:solidFill>
                    <a:schemeClr val="bg1"/>
                  </a:solidFill>
                </a:rPr>
                <a:t>2. Estudo dos prémios da FRC</a:t>
              </a:r>
            </a:p>
          </p:txBody>
        </p:sp>
      </p:grpSp>
      <p:pic>
        <p:nvPicPr>
          <p:cNvPr id="25" name="Picture 10" descr="Clicando - ícones de gestos grátis">
            <a:extLst>
              <a:ext uri="{FF2B5EF4-FFF2-40B4-BE49-F238E27FC236}">
                <a16:creationId xmlns:a16="http://schemas.microsoft.com/office/drawing/2014/main" id="{07B947A6-BB57-44F7-8C3A-D40DA30B56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73375" y="3442702"/>
            <a:ext cx="1143397" cy="1143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16" descr="Lista de tarefas - ícones de arquivos e pastas grátis">
            <a:extLst>
              <a:ext uri="{FF2B5EF4-FFF2-40B4-BE49-F238E27FC236}">
                <a16:creationId xmlns:a16="http://schemas.microsoft.com/office/drawing/2014/main" id="{8E5E6EB9-C985-44C7-ACF0-348333A04A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83315" y="4600294"/>
            <a:ext cx="1674779" cy="16747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CaixaDeTexto 26">
            <a:extLst>
              <a:ext uri="{FF2B5EF4-FFF2-40B4-BE49-F238E27FC236}">
                <a16:creationId xmlns:a16="http://schemas.microsoft.com/office/drawing/2014/main" id="{7BC8F3E2-0FCD-4FE2-A4DF-9ED5CB1B3E3A}"/>
              </a:ext>
            </a:extLst>
          </p:cNvPr>
          <p:cNvSpPr txBox="1"/>
          <p:nvPr/>
        </p:nvSpPr>
        <p:spPr>
          <a:xfrm>
            <a:off x="6037801" y="4861579"/>
            <a:ext cx="3730648" cy="1200329"/>
          </a:xfrm>
          <a:custGeom>
            <a:avLst/>
            <a:gdLst>
              <a:gd name="connsiteX0" fmla="*/ 0 w 3730648"/>
              <a:gd name="connsiteY0" fmla="*/ 0 h 1200329"/>
              <a:gd name="connsiteX1" fmla="*/ 659081 w 3730648"/>
              <a:gd name="connsiteY1" fmla="*/ 0 h 1200329"/>
              <a:gd name="connsiteX2" fmla="*/ 1280856 w 3730648"/>
              <a:gd name="connsiteY2" fmla="*/ 0 h 1200329"/>
              <a:gd name="connsiteX3" fmla="*/ 1865324 w 3730648"/>
              <a:gd name="connsiteY3" fmla="*/ 0 h 1200329"/>
              <a:gd name="connsiteX4" fmla="*/ 2375179 w 3730648"/>
              <a:gd name="connsiteY4" fmla="*/ 0 h 1200329"/>
              <a:gd name="connsiteX5" fmla="*/ 2922341 w 3730648"/>
              <a:gd name="connsiteY5" fmla="*/ 0 h 1200329"/>
              <a:gd name="connsiteX6" fmla="*/ 3730648 w 3730648"/>
              <a:gd name="connsiteY6" fmla="*/ 0 h 1200329"/>
              <a:gd name="connsiteX7" fmla="*/ 3730648 w 3730648"/>
              <a:gd name="connsiteY7" fmla="*/ 600165 h 1200329"/>
              <a:gd name="connsiteX8" fmla="*/ 3730648 w 3730648"/>
              <a:gd name="connsiteY8" fmla="*/ 1200329 h 1200329"/>
              <a:gd name="connsiteX9" fmla="*/ 3071567 w 3730648"/>
              <a:gd name="connsiteY9" fmla="*/ 1200329 h 1200329"/>
              <a:gd name="connsiteX10" fmla="*/ 2412486 w 3730648"/>
              <a:gd name="connsiteY10" fmla="*/ 1200329 h 1200329"/>
              <a:gd name="connsiteX11" fmla="*/ 1716098 w 3730648"/>
              <a:gd name="connsiteY11" fmla="*/ 1200329 h 1200329"/>
              <a:gd name="connsiteX12" fmla="*/ 1057017 w 3730648"/>
              <a:gd name="connsiteY12" fmla="*/ 1200329 h 1200329"/>
              <a:gd name="connsiteX13" fmla="*/ 0 w 3730648"/>
              <a:gd name="connsiteY13" fmla="*/ 1200329 h 1200329"/>
              <a:gd name="connsiteX14" fmla="*/ 0 w 3730648"/>
              <a:gd name="connsiteY14" fmla="*/ 624171 h 1200329"/>
              <a:gd name="connsiteX15" fmla="*/ 0 w 3730648"/>
              <a:gd name="connsiteY15" fmla="*/ 0 h 12003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730648" h="1200329" extrusionOk="0">
                <a:moveTo>
                  <a:pt x="0" y="0"/>
                </a:moveTo>
                <a:cubicBezTo>
                  <a:pt x="283956" y="16276"/>
                  <a:pt x="465258" y="5961"/>
                  <a:pt x="659081" y="0"/>
                </a:cubicBezTo>
                <a:cubicBezTo>
                  <a:pt x="852904" y="-5961"/>
                  <a:pt x="983345" y="27532"/>
                  <a:pt x="1280856" y="0"/>
                </a:cubicBezTo>
                <a:cubicBezTo>
                  <a:pt x="1578368" y="-27532"/>
                  <a:pt x="1598240" y="26777"/>
                  <a:pt x="1865324" y="0"/>
                </a:cubicBezTo>
                <a:cubicBezTo>
                  <a:pt x="2132408" y="-26777"/>
                  <a:pt x="2133765" y="-13110"/>
                  <a:pt x="2375179" y="0"/>
                </a:cubicBezTo>
                <a:cubicBezTo>
                  <a:pt x="2616594" y="13110"/>
                  <a:pt x="2690581" y="3282"/>
                  <a:pt x="2922341" y="0"/>
                </a:cubicBezTo>
                <a:cubicBezTo>
                  <a:pt x="3154101" y="-3282"/>
                  <a:pt x="3531990" y="-17482"/>
                  <a:pt x="3730648" y="0"/>
                </a:cubicBezTo>
                <a:cubicBezTo>
                  <a:pt x="3731194" y="299824"/>
                  <a:pt x="3703617" y="429487"/>
                  <a:pt x="3730648" y="600165"/>
                </a:cubicBezTo>
                <a:cubicBezTo>
                  <a:pt x="3757679" y="770844"/>
                  <a:pt x="3712888" y="1039841"/>
                  <a:pt x="3730648" y="1200329"/>
                </a:cubicBezTo>
                <a:cubicBezTo>
                  <a:pt x="3504959" y="1179337"/>
                  <a:pt x="3341324" y="1217697"/>
                  <a:pt x="3071567" y="1200329"/>
                </a:cubicBezTo>
                <a:cubicBezTo>
                  <a:pt x="2801810" y="1182961"/>
                  <a:pt x="2721442" y="1201939"/>
                  <a:pt x="2412486" y="1200329"/>
                </a:cubicBezTo>
                <a:cubicBezTo>
                  <a:pt x="2103530" y="1198719"/>
                  <a:pt x="2015302" y="1189739"/>
                  <a:pt x="1716098" y="1200329"/>
                </a:cubicBezTo>
                <a:cubicBezTo>
                  <a:pt x="1416894" y="1210919"/>
                  <a:pt x="1199218" y="1174112"/>
                  <a:pt x="1057017" y="1200329"/>
                </a:cubicBezTo>
                <a:cubicBezTo>
                  <a:pt x="914816" y="1226546"/>
                  <a:pt x="288342" y="1180854"/>
                  <a:pt x="0" y="1200329"/>
                </a:cubicBezTo>
                <a:cubicBezTo>
                  <a:pt x="15741" y="914489"/>
                  <a:pt x="-1650" y="882903"/>
                  <a:pt x="0" y="624171"/>
                </a:cubicBezTo>
                <a:cubicBezTo>
                  <a:pt x="1650" y="365439"/>
                  <a:pt x="18167" y="193190"/>
                  <a:pt x="0" y="0"/>
                </a:cubicBezTo>
                <a:close/>
              </a:path>
            </a:pathLst>
          </a:custGeom>
          <a:noFill/>
          <a:ln w="28575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2980694335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just"/>
            <a:r>
              <a:rPr lang="pt-BR" b="1" i="1" u="sng" dirty="0"/>
              <a:t>Tarefa – Sala de aula invertida:</a:t>
            </a:r>
          </a:p>
          <a:p>
            <a:pPr algn="just"/>
            <a:r>
              <a:rPr lang="pt-BR" dirty="0"/>
              <a:t>Separar 5 grupos para apresentação de todos os prémios da FRC.</a:t>
            </a:r>
          </a:p>
        </p:txBody>
      </p:sp>
      <p:grpSp>
        <p:nvGrpSpPr>
          <p:cNvPr id="11" name="Agrupar 10">
            <a:extLst>
              <a:ext uri="{FF2B5EF4-FFF2-40B4-BE49-F238E27FC236}">
                <a16:creationId xmlns:a16="http://schemas.microsoft.com/office/drawing/2014/main" id="{6C742A8F-E1D4-44C9-9D7C-65EE2A1B439A}"/>
              </a:ext>
            </a:extLst>
          </p:cNvPr>
          <p:cNvGrpSpPr/>
          <p:nvPr/>
        </p:nvGrpSpPr>
        <p:grpSpPr>
          <a:xfrm>
            <a:off x="8956684" y="132080"/>
            <a:ext cx="3143876" cy="1103333"/>
            <a:chOff x="8956684" y="132080"/>
            <a:chExt cx="3143876" cy="1103333"/>
          </a:xfrm>
        </p:grpSpPr>
        <p:grpSp>
          <p:nvGrpSpPr>
            <p:cNvPr id="29" name="Agrupar 28">
              <a:extLst>
                <a:ext uri="{FF2B5EF4-FFF2-40B4-BE49-F238E27FC236}">
                  <a16:creationId xmlns:a16="http://schemas.microsoft.com/office/drawing/2014/main" id="{4D5D6F33-ED2F-4A03-9511-7F4760D16025}"/>
                </a:ext>
              </a:extLst>
            </p:cNvPr>
            <p:cNvGrpSpPr/>
            <p:nvPr/>
          </p:nvGrpSpPr>
          <p:grpSpPr>
            <a:xfrm>
              <a:off x="8956684" y="132080"/>
              <a:ext cx="3143876" cy="1103333"/>
              <a:chOff x="8956684" y="132080"/>
              <a:chExt cx="3143876" cy="1103333"/>
            </a:xfrm>
          </p:grpSpPr>
          <p:sp>
            <p:nvSpPr>
              <p:cNvPr id="30" name="Retângulo 29">
                <a:extLst>
                  <a:ext uri="{FF2B5EF4-FFF2-40B4-BE49-F238E27FC236}">
                    <a16:creationId xmlns:a16="http://schemas.microsoft.com/office/drawing/2014/main" id="{BC544DAF-786B-4B31-91B4-E36CF34D3038}"/>
                  </a:ext>
                </a:extLst>
              </p:cNvPr>
              <p:cNvSpPr/>
              <p:nvPr/>
            </p:nvSpPr>
            <p:spPr>
              <a:xfrm>
                <a:off x="9007810" y="132080"/>
                <a:ext cx="3092750" cy="1103333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" name="CaixaDeTexto 32">
                <a:extLst>
                  <a:ext uri="{FF2B5EF4-FFF2-40B4-BE49-F238E27FC236}">
                    <a16:creationId xmlns:a16="http://schemas.microsoft.com/office/drawing/2014/main" id="{609FA241-63A1-4834-8FA6-E317280E86E0}"/>
                  </a:ext>
                </a:extLst>
              </p:cNvPr>
              <p:cNvSpPr txBox="1"/>
              <p:nvPr/>
            </p:nvSpPr>
            <p:spPr>
              <a:xfrm>
                <a:off x="8956684" y="295177"/>
                <a:ext cx="2205367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4400" b="1" dirty="0">
                    <a:latin typeface="Arial Rounded MT Bold" panose="020F0704030504030204" pitchFamily="34" charset="0"/>
                    <a:cs typeface="Aharoni" panose="02010803020104030203" pitchFamily="2" charset="-79"/>
                  </a:rPr>
                  <a:t>AULA 3</a:t>
                </a:r>
              </a:p>
            </p:txBody>
          </p:sp>
        </p:grpSp>
        <p:pic>
          <p:nvPicPr>
            <p:cNvPr id="34" name="Picture 20" descr="Sala de aula - ícones de pessoas grátis">
              <a:extLst>
                <a:ext uri="{FF2B5EF4-FFF2-40B4-BE49-F238E27FC236}">
                  <a16:creationId xmlns:a16="http://schemas.microsoft.com/office/drawing/2014/main" id="{D9270CB1-7270-4F25-84E5-C9624C649AE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72823" y="248871"/>
              <a:ext cx="846228" cy="84622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8752117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Agrupar 1">
            <a:extLst>
              <a:ext uri="{FF2B5EF4-FFF2-40B4-BE49-F238E27FC236}">
                <a16:creationId xmlns:a16="http://schemas.microsoft.com/office/drawing/2014/main" id="{808FB089-9D03-4A02-9517-02576B888343}"/>
              </a:ext>
            </a:extLst>
          </p:cNvPr>
          <p:cNvGrpSpPr/>
          <p:nvPr/>
        </p:nvGrpSpPr>
        <p:grpSpPr>
          <a:xfrm>
            <a:off x="301164" y="1801141"/>
            <a:ext cx="4249752" cy="4829264"/>
            <a:chOff x="301164" y="1801141"/>
            <a:chExt cx="4249752" cy="4829264"/>
          </a:xfrm>
        </p:grpSpPr>
        <p:grpSp>
          <p:nvGrpSpPr>
            <p:cNvPr id="17" name="Agrupar 16">
              <a:extLst>
                <a:ext uri="{FF2B5EF4-FFF2-40B4-BE49-F238E27FC236}">
                  <a16:creationId xmlns:a16="http://schemas.microsoft.com/office/drawing/2014/main" id="{35286C52-1094-424A-A374-F69F745981DC}"/>
                </a:ext>
              </a:extLst>
            </p:cNvPr>
            <p:cNvGrpSpPr/>
            <p:nvPr/>
          </p:nvGrpSpPr>
          <p:grpSpPr>
            <a:xfrm>
              <a:off x="301164" y="1801141"/>
              <a:ext cx="4249752" cy="4829264"/>
              <a:chOff x="187746" y="1877438"/>
              <a:chExt cx="4249752" cy="4829264"/>
            </a:xfrm>
          </p:grpSpPr>
          <p:pic>
            <p:nvPicPr>
              <p:cNvPr id="18" name="Picture 12" descr="papel de nota branco 11287526 PNG">
                <a:extLst>
                  <a:ext uri="{FF2B5EF4-FFF2-40B4-BE49-F238E27FC236}">
                    <a16:creationId xmlns:a16="http://schemas.microsoft.com/office/drawing/2014/main" id="{C6DA3FB1-C783-4960-92E3-7BF6E422B82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duotone>
                  <a:prstClr val="black"/>
                  <a:srgbClr val="92D050">
                    <a:tint val="45000"/>
                    <a:satMod val="400000"/>
                  </a:srgbClr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7746" y="1877438"/>
                <a:ext cx="4249752" cy="482926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9" name="CaixaDeTexto 18">
                <a:extLst>
                  <a:ext uri="{FF2B5EF4-FFF2-40B4-BE49-F238E27FC236}">
                    <a16:creationId xmlns:a16="http://schemas.microsoft.com/office/drawing/2014/main" id="{7AA38699-0BC6-4F1C-953A-EF1188ECB28C}"/>
                  </a:ext>
                </a:extLst>
              </p:cNvPr>
              <p:cNvSpPr txBox="1"/>
              <p:nvPr/>
            </p:nvSpPr>
            <p:spPr>
              <a:xfrm>
                <a:off x="590671" y="2999018"/>
                <a:ext cx="361015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>
                    <a:solidFill>
                      <a:schemeClr val="bg1"/>
                    </a:solidFill>
                  </a:rPr>
                  <a:t>1. Entender Season e Off Sea-</a:t>
                </a:r>
              </a:p>
            </p:txBody>
          </p:sp>
          <p:sp>
            <p:nvSpPr>
              <p:cNvPr id="20" name="CaixaDeTexto 19">
                <a:extLst>
                  <a:ext uri="{FF2B5EF4-FFF2-40B4-BE49-F238E27FC236}">
                    <a16:creationId xmlns:a16="http://schemas.microsoft.com/office/drawing/2014/main" id="{67134F50-4AE6-4FFC-8341-DAC1DD0F1A0D}"/>
                  </a:ext>
                </a:extLst>
              </p:cNvPr>
              <p:cNvSpPr txBox="1"/>
              <p:nvPr/>
            </p:nvSpPr>
            <p:spPr>
              <a:xfrm>
                <a:off x="590671" y="3489651"/>
                <a:ext cx="361498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>
                    <a:solidFill>
                      <a:schemeClr val="bg1"/>
                    </a:solidFill>
                  </a:rPr>
                  <a:t>son.</a:t>
                </a:r>
              </a:p>
            </p:txBody>
          </p:sp>
          <p:sp>
            <p:nvSpPr>
              <p:cNvPr id="21" name="CaixaDeTexto 20">
                <a:extLst>
                  <a:ext uri="{FF2B5EF4-FFF2-40B4-BE49-F238E27FC236}">
                    <a16:creationId xmlns:a16="http://schemas.microsoft.com/office/drawing/2014/main" id="{DEEC45B5-5A4C-46A4-A8AC-AF9DE8CA24D9}"/>
                  </a:ext>
                </a:extLst>
              </p:cNvPr>
              <p:cNvSpPr txBox="1"/>
              <p:nvPr/>
            </p:nvSpPr>
            <p:spPr>
              <a:xfrm>
                <a:off x="585846" y="4099676"/>
                <a:ext cx="345355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>
                    <a:solidFill>
                      <a:schemeClr val="bg1"/>
                    </a:solidFill>
                  </a:rPr>
                  <a:t>2. Ferramentas de gestão</a:t>
                </a:r>
              </a:p>
            </p:txBody>
          </p:sp>
          <p:sp>
            <p:nvSpPr>
              <p:cNvPr id="23" name="CaixaDeTexto 22">
                <a:extLst>
                  <a:ext uri="{FF2B5EF4-FFF2-40B4-BE49-F238E27FC236}">
                    <a16:creationId xmlns:a16="http://schemas.microsoft.com/office/drawing/2014/main" id="{15A75451-25F0-4B76-8324-B02DDF51C4F2}"/>
                  </a:ext>
                </a:extLst>
              </p:cNvPr>
              <p:cNvSpPr txBox="1"/>
              <p:nvPr/>
            </p:nvSpPr>
            <p:spPr>
              <a:xfrm>
                <a:off x="585845" y="5140865"/>
                <a:ext cx="361498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>
                    <a:solidFill>
                      <a:schemeClr val="bg1"/>
                    </a:solidFill>
                  </a:rPr>
                  <a:t>2.2. Estabelecer trajetória até</a:t>
                </a:r>
              </a:p>
            </p:txBody>
          </p:sp>
          <p:sp>
            <p:nvSpPr>
              <p:cNvPr id="24" name="CaixaDeTexto 23">
                <a:extLst>
                  <a:ext uri="{FF2B5EF4-FFF2-40B4-BE49-F238E27FC236}">
                    <a16:creationId xmlns:a16="http://schemas.microsoft.com/office/drawing/2014/main" id="{354B323C-D675-4540-9CDD-BBC01292CF43}"/>
                  </a:ext>
                </a:extLst>
              </p:cNvPr>
              <p:cNvSpPr txBox="1"/>
              <p:nvPr/>
            </p:nvSpPr>
            <p:spPr>
              <a:xfrm>
                <a:off x="585845" y="5721706"/>
                <a:ext cx="36198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>
                    <a:solidFill>
                      <a:schemeClr val="bg1"/>
                    </a:solidFill>
                  </a:rPr>
                  <a:t>a Season BIOCORE 2027</a:t>
                </a:r>
              </a:p>
            </p:txBody>
          </p:sp>
        </p:grpSp>
        <p:sp>
          <p:nvSpPr>
            <p:cNvPr id="49" name="CaixaDeTexto 48">
              <a:extLst>
                <a:ext uri="{FF2B5EF4-FFF2-40B4-BE49-F238E27FC236}">
                  <a16:creationId xmlns:a16="http://schemas.microsoft.com/office/drawing/2014/main" id="{F4D8D04B-0DC5-4027-B06B-225A9ADBAF0B}"/>
                </a:ext>
              </a:extLst>
            </p:cNvPr>
            <p:cNvSpPr txBox="1"/>
            <p:nvPr/>
          </p:nvSpPr>
          <p:spPr>
            <a:xfrm>
              <a:off x="699263" y="4534934"/>
              <a:ext cx="36149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>
                  <a:solidFill>
                    <a:schemeClr val="bg1"/>
                  </a:solidFill>
                </a:rPr>
                <a:t>2.1. Manuseio do Excel</a:t>
              </a:r>
            </a:p>
          </p:txBody>
        </p:sp>
      </p:grpSp>
      <p:pic>
        <p:nvPicPr>
          <p:cNvPr id="12" name="Picture 4" descr="FIRST Brand and Logo Files | FIRST">
            <a:extLst>
              <a:ext uri="{FF2B5EF4-FFF2-40B4-BE49-F238E27FC236}">
                <a16:creationId xmlns:a16="http://schemas.microsoft.com/office/drawing/2014/main" id="{BF6A2643-6B79-F356-21C8-CE85AC8A36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7719"/>
            <a:ext cx="2114550" cy="133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Seta: para a Direita 15">
            <a:extLst>
              <a:ext uri="{FF2B5EF4-FFF2-40B4-BE49-F238E27FC236}">
                <a16:creationId xmlns:a16="http://schemas.microsoft.com/office/drawing/2014/main" id="{B5219B27-424F-452F-B860-001B6582CC09}"/>
              </a:ext>
            </a:extLst>
          </p:cNvPr>
          <p:cNvSpPr/>
          <p:nvPr/>
        </p:nvSpPr>
        <p:spPr>
          <a:xfrm>
            <a:off x="2114549" y="58368"/>
            <a:ext cx="6842135" cy="1245140"/>
          </a:xfrm>
          <a:prstGeom prst="rightArrow">
            <a:avLst>
              <a:gd name="adj1" fmla="val 50000"/>
              <a:gd name="adj2" fmla="val 86274"/>
            </a:avLst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89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32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Cronograma</a:t>
            </a:r>
          </a:p>
        </p:txBody>
      </p:sp>
      <p:pic>
        <p:nvPicPr>
          <p:cNvPr id="26" name="Picture 16" descr="Lista de tarefas - ícones de arquivos e pastas grátis">
            <a:extLst>
              <a:ext uri="{FF2B5EF4-FFF2-40B4-BE49-F238E27FC236}">
                <a16:creationId xmlns:a16="http://schemas.microsoft.com/office/drawing/2014/main" id="{8E5E6EB9-C985-44C7-ACF0-348333A04A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83315" y="4600294"/>
            <a:ext cx="1674779" cy="16747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CaixaDeTexto 26">
            <a:extLst>
              <a:ext uri="{FF2B5EF4-FFF2-40B4-BE49-F238E27FC236}">
                <a16:creationId xmlns:a16="http://schemas.microsoft.com/office/drawing/2014/main" id="{7BC8F3E2-0FCD-4FE2-A4DF-9ED5CB1B3E3A}"/>
              </a:ext>
            </a:extLst>
          </p:cNvPr>
          <p:cNvSpPr txBox="1"/>
          <p:nvPr/>
        </p:nvSpPr>
        <p:spPr>
          <a:xfrm>
            <a:off x="6037801" y="4973339"/>
            <a:ext cx="3730648" cy="923330"/>
          </a:xfrm>
          <a:custGeom>
            <a:avLst/>
            <a:gdLst>
              <a:gd name="connsiteX0" fmla="*/ 0 w 3730648"/>
              <a:gd name="connsiteY0" fmla="*/ 0 h 923330"/>
              <a:gd name="connsiteX1" fmla="*/ 659081 w 3730648"/>
              <a:gd name="connsiteY1" fmla="*/ 0 h 923330"/>
              <a:gd name="connsiteX2" fmla="*/ 1280856 w 3730648"/>
              <a:gd name="connsiteY2" fmla="*/ 0 h 923330"/>
              <a:gd name="connsiteX3" fmla="*/ 1865324 w 3730648"/>
              <a:gd name="connsiteY3" fmla="*/ 0 h 923330"/>
              <a:gd name="connsiteX4" fmla="*/ 2375179 w 3730648"/>
              <a:gd name="connsiteY4" fmla="*/ 0 h 923330"/>
              <a:gd name="connsiteX5" fmla="*/ 2922341 w 3730648"/>
              <a:gd name="connsiteY5" fmla="*/ 0 h 923330"/>
              <a:gd name="connsiteX6" fmla="*/ 3730648 w 3730648"/>
              <a:gd name="connsiteY6" fmla="*/ 0 h 923330"/>
              <a:gd name="connsiteX7" fmla="*/ 3730648 w 3730648"/>
              <a:gd name="connsiteY7" fmla="*/ 461665 h 923330"/>
              <a:gd name="connsiteX8" fmla="*/ 3730648 w 3730648"/>
              <a:gd name="connsiteY8" fmla="*/ 923330 h 923330"/>
              <a:gd name="connsiteX9" fmla="*/ 3071567 w 3730648"/>
              <a:gd name="connsiteY9" fmla="*/ 923330 h 923330"/>
              <a:gd name="connsiteX10" fmla="*/ 2412486 w 3730648"/>
              <a:gd name="connsiteY10" fmla="*/ 923330 h 923330"/>
              <a:gd name="connsiteX11" fmla="*/ 1716098 w 3730648"/>
              <a:gd name="connsiteY11" fmla="*/ 923330 h 923330"/>
              <a:gd name="connsiteX12" fmla="*/ 1057017 w 3730648"/>
              <a:gd name="connsiteY12" fmla="*/ 923330 h 923330"/>
              <a:gd name="connsiteX13" fmla="*/ 0 w 3730648"/>
              <a:gd name="connsiteY13" fmla="*/ 923330 h 923330"/>
              <a:gd name="connsiteX14" fmla="*/ 0 w 3730648"/>
              <a:gd name="connsiteY14" fmla="*/ 480132 h 923330"/>
              <a:gd name="connsiteX15" fmla="*/ 0 w 3730648"/>
              <a:gd name="connsiteY15" fmla="*/ 0 h 9233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730648" h="923330" extrusionOk="0">
                <a:moveTo>
                  <a:pt x="0" y="0"/>
                </a:moveTo>
                <a:cubicBezTo>
                  <a:pt x="283956" y="16276"/>
                  <a:pt x="465258" y="5961"/>
                  <a:pt x="659081" y="0"/>
                </a:cubicBezTo>
                <a:cubicBezTo>
                  <a:pt x="852904" y="-5961"/>
                  <a:pt x="983345" y="27532"/>
                  <a:pt x="1280856" y="0"/>
                </a:cubicBezTo>
                <a:cubicBezTo>
                  <a:pt x="1578368" y="-27532"/>
                  <a:pt x="1598240" y="26777"/>
                  <a:pt x="1865324" y="0"/>
                </a:cubicBezTo>
                <a:cubicBezTo>
                  <a:pt x="2132408" y="-26777"/>
                  <a:pt x="2133765" y="-13110"/>
                  <a:pt x="2375179" y="0"/>
                </a:cubicBezTo>
                <a:cubicBezTo>
                  <a:pt x="2616594" y="13110"/>
                  <a:pt x="2690581" y="3282"/>
                  <a:pt x="2922341" y="0"/>
                </a:cubicBezTo>
                <a:cubicBezTo>
                  <a:pt x="3154101" y="-3282"/>
                  <a:pt x="3531990" y="-17482"/>
                  <a:pt x="3730648" y="0"/>
                </a:cubicBezTo>
                <a:cubicBezTo>
                  <a:pt x="3737004" y="174881"/>
                  <a:pt x="3740549" y="275509"/>
                  <a:pt x="3730648" y="461665"/>
                </a:cubicBezTo>
                <a:cubicBezTo>
                  <a:pt x="3720747" y="647821"/>
                  <a:pt x="3725163" y="821670"/>
                  <a:pt x="3730648" y="923330"/>
                </a:cubicBezTo>
                <a:cubicBezTo>
                  <a:pt x="3504959" y="902338"/>
                  <a:pt x="3341324" y="940698"/>
                  <a:pt x="3071567" y="923330"/>
                </a:cubicBezTo>
                <a:cubicBezTo>
                  <a:pt x="2801810" y="905962"/>
                  <a:pt x="2721442" y="924940"/>
                  <a:pt x="2412486" y="923330"/>
                </a:cubicBezTo>
                <a:cubicBezTo>
                  <a:pt x="2103530" y="921720"/>
                  <a:pt x="2015302" y="912740"/>
                  <a:pt x="1716098" y="923330"/>
                </a:cubicBezTo>
                <a:cubicBezTo>
                  <a:pt x="1416894" y="933920"/>
                  <a:pt x="1199218" y="897113"/>
                  <a:pt x="1057017" y="923330"/>
                </a:cubicBezTo>
                <a:cubicBezTo>
                  <a:pt x="914816" y="949547"/>
                  <a:pt x="288342" y="903855"/>
                  <a:pt x="0" y="923330"/>
                </a:cubicBezTo>
                <a:cubicBezTo>
                  <a:pt x="19115" y="746379"/>
                  <a:pt x="-6647" y="660975"/>
                  <a:pt x="0" y="480132"/>
                </a:cubicBezTo>
                <a:cubicBezTo>
                  <a:pt x="6647" y="299289"/>
                  <a:pt x="7802" y="141836"/>
                  <a:pt x="0" y="0"/>
                </a:cubicBezTo>
                <a:close/>
              </a:path>
            </a:pathLst>
          </a:custGeom>
          <a:noFill/>
          <a:ln w="28575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2980694335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just"/>
            <a:r>
              <a:rPr lang="pt-BR" b="1" i="1" u="sng" dirty="0"/>
              <a:t>Tarefa – Computador:</a:t>
            </a:r>
          </a:p>
          <a:p>
            <a:pPr algn="just"/>
            <a:r>
              <a:rPr lang="pt-BR" dirty="0"/>
              <a:t>Fazer um cronograma para a Season BIOCORE, jogo de 2027.</a:t>
            </a:r>
          </a:p>
        </p:txBody>
      </p:sp>
      <p:grpSp>
        <p:nvGrpSpPr>
          <p:cNvPr id="11" name="Agrupar 10">
            <a:extLst>
              <a:ext uri="{FF2B5EF4-FFF2-40B4-BE49-F238E27FC236}">
                <a16:creationId xmlns:a16="http://schemas.microsoft.com/office/drawing/2014/main" id="{6C742A8F-E1D4-44C9-9D7C-65EE2A1B439A}"/>
              </a:ext>
            </a:extLst>
          </p:cNvPr>
          <p:cNvGrpSpPr/>
          <p:nvPr/>
        </p:nvGrpSpPr>
        <p:grpSpPr>
          <a:xfrm>
            <a:off x="9007810" y="36566"/>
            <a:ext cx="3092750" cy="1446550"/>
            <a:chOff x="9007810" y="36566"/>
            <a:chExt cx="3092750" cy="1446550"/>
          </a:xfrm>
        </p:grpSpPr>
        <p:grpSp>
          <p:nvGrpSpPr>
            <p:cNvPr id="29" name="Agrupar 28">
              <a:extLst>
                <a:ext uri="{FF2B5EF4-FFF2-40B4-BE49-F238E27FC236}">
                  <a16:creationId xmlns:a16="http://schemas.microsoft.com/office/drawing/2014/main" id="{4D5D6F33-ED2F-4A03-9511-7F4760D16025}"/>
                </a:ext>
              </a:extLst>
            </p:cNvPr>
            <p:cNvGrpSpPr/>
            <p:nvPr/>
          </p:nvGrpSpPr>
          <p:grpSpPr>
            <a:xfrm>
              <a:off x="9007810" y="36566"/>
              <a:ext cx="3092750" cy="1446550"/>
              <a:chOff x="9007810" y="36566"/>
              <a:chExt cx="3092750" cy="1446550"/>
            </a:xfrm>
          </p:grpSpPr>
          <p:sp>
            <p:nvSpPr>
              <p:cNvPr id="30" name="Retângulo 29">
                <a:extLst>
                  <a:ext uri="{FF2B5EF4-FFF2-40B4-BE49-F238E27FC236}">
                    <a16:creationId xmlns:a16="http://schemas.microsoft.com/office/drawing/2014/main" id="{BC544DAF-786B-4B31-91B4-E36CF34D3038}"/>
                  </a:ext>
                </a:extLst>
              </p:cNvPr>
              <p:cNvSpPr/>
              <p:nvPr/>
            </p:nvSpPr>
            <p:spPr>
              <a:xfrm>
                <a:off x="9007810" y="132080"/>
                <a:ext cx="3092750" cy="124514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" name="CaixaDeTexto 32">
                <a:extLst>
                  <a:ext uri="{FF2B5EF4-FFF2-40B4-BE49-F238E27FC236}">
                    <a16:creationId xmlns:a16="http://schemas.microsoft.com/office/drawing/2014/main" id="{609FA241-63A1-4834-8FA6-E317280E86E0}"/>
                  </a:ext>
                </a:extLst>
              </p:cNvPr>
              <p:cNvSpPr txBox="1"/>
              <p:nvPr/>
            </p:nvSpPr>
            <p:spPr>
              <a:xfrm>
                <a:off x="9049044" y="36566"/>
                <a:ext cx="2123779" cy="144655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4400" b="1" dirty="0">
                    <a:latin typeface="Arial Rounded MT Bold" panose="020F0704030504030204" pitchFamily="34" charset="0"/>
                    <a:cs typeface="Aharoni" panose="02010803020104030203" pitchFamily="2" charset="-79"/>
                  </a:rPr>
                  <a:t>AULA</a:t>
                </a:r>
              </a:p>
              <a:p>
                <a:pPr algn="ctr"/>
                <a:r>
                  <a:rPr lang="pt-BR" sz="4400" b="1" dirty="0">
                    <a:latin typeface="Arial Rounded MT Bold" panose="020F0704030504030204" pitchFamily="34" charset="0"/>
                    <a:cs typeface="Aharoni" panose="02010803020104030203" pitchFamily="2" charset="-79"/>
                  </a:rPr>
                  <a:t>4 e 5</a:t>
                </a:r>
              </a:p>
            </p:txBody>
          </p:sp>
        </p:grpSp>
        <p:pic>
          <p:nvPicPr>
            <p:cNvPr id="34" name="Picture 20" descr="Sala de aula - ícones de pessoas grátis">
              <a:extLst>
                <a:ext uri="{FF2B5EF4-FFF2-40B4-BE49-F238E27FC236}">
                  <a16:creationId xmlns:a16="http://schemas.microsoft.com/office/drawing/2014/main" id="{D9270CB1-7270-4F25-84E5-C9624C649AE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72823" y="248871"/>
              <a:ext cx="846228" cy="84622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6146" name="Picture 2" descr="Cronograma - ícones de hora e data grátis">
            <a:hlinkClick r:id="rId6"/>
            <a:extLst>
              <a:ext uri="{FF2B5EF4-FFF2-40B4-BE49-F238E27FC236}">
                <a16:creationId xmlns:a16="http://schemas.microsoft.com/office/drawing/2014/main" id="{464B3E9B-A51E-49D7-8A3D-D6E56702D1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6721" y="1983092"/>
            <a:ext cx="2563155" cy="25631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10" descr="Clicando - ícones de gestos grátis">
            <a:extLst>
              <a:ext uri="{FF2B5EF4-FFF2-40B4-BE49-F238E27FC236}">
                <a16:creationId xmlns:a16="http://schemas.microsoft.com/office/drawing/2014/main" id="{EE71E1AF-655E-4285-9444-53EC8D6121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55293" y="3421112"/>
            <a:ext cx="1143397" cy="1143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649139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Picture 2" descr="Animações Indefinido Gratuitas | Baixe em GIF, MP4 e Lottie JSON">
            <a:hlinkClick r:id="rId2"/>
            <a:extLst>
              <a:ext uri="{FF2B5EF4-FFF2-40B4-BE49-F238E27FC236}">
                <a16:creationId xmlns:a16="http://schemas.microsoft.com/office/drawing/2014/main" id="{35E715C2-EFBC-4223-B019-3C842F88B5FE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98786" y="3710484"/>
            <a:ext cx="1043100" cy="1043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Agrupar 2">
            <a:extLst>
              <a:ext uri="{FF2B5EF4-FFF2-40B4-BE49-F238E27FC236}">
                <a16:creationId xmlns:a16="http://schemas.microsoft.com/office/drawing/2014/main" id="{FA901AF3-14BB-4379-8295-F4EE222621A5}"/>
              </a:ext>
            </a:extLst>
          </p:cNvPr>
          <p:cNvGrpSpPr/>
          <p:nvPr/>
        </p:nvGrpSpPr>
        <p:grpSpPr>
          <a:xfrm>
            <a:off x="5559948" y="1802838"/>
            <a:ext cx="5373272" cy="1549037"/>
            <a:chOff x="5183575" y="2219252"/>
            <a:chExt cx="5373272" cy="1549037"/>
          </a:xfrm>
        </p:grpSpPr>
        <p:pic>
          <p:nvPicPr>
            <p:cNvPr id="1026" name="Picture 2" descr="Caderno - ícones de educação grátis">
              <a:hlinkClick r:id="rId4"/>
              <a:extLst>
                <a:ext uri="{FF2B5EF4-FFF2-40B4-BE49-F238E27FC236}">
                  <a16:creationId xmlns:a16="http://schemas.microsoft.com/office/drawing/2014/main" id="{41B52D98-B44A-4F46-9621-4A5CA195222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83575" y="2219252"/>
              <a:ext cx="1549037" cy="154903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5" name="Picture 2" descr="Caderno - ícones de educação grátis">
              <a:hlinkClick r:id="rId6"/>
              <a:extLst>
                <a:ext uri="{FF2B5EF4-FFF2-40B4-BE49-F238E27FC236}">
                  <a16:creationId xmlns:a16="http://schemas.microsoft.com/office/drawing/2014/main" id="{9F092121-A932-44BF-87FA-CA53F073E97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duotone>
                <a:prstClr val="black"/>
                <a:schemeClr val="accent6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95692" y="2219252"/>
              <a:ext cx="1549037" cy="154903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" descr="Caderno - ícones de educação grátis">
              <a:hlinkClick r:id="rId7"/>
              <a:extLst>
                <a:ext uri="{FF2B5EF4-FFF2-40B4-BE49-F238E27FC236}">
                  <a16:creationId xmlns:a16="http://schemas.microsoft.com/office/drawing/2014/main" id="{6DEEF821-1D15-4AD6-B690-E077F4A862A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007810" y="2219252"/>
              <a:ext cx="1549037" cy="154903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" name="Agrupar 1">
            <a:extLst>
              <a:ext uri="{FF2B5EF4-FFF2-40B4-BE49-F238E27FC236}">
                <a16:creationId xmlns:a16="http://schemas.microsoft.com/office/drawing/2014/main" id="{808FB089-9D03-4A02-9517-02576B888343}"/>
              </a:ext>
            </a:extLst>
          </p:cNvPr>
          <p:cNvGrpSpPr/>
          <p:nvPr/>
        </p:nvGrpSpPr>
        <p:grpSpPr>
          <a:xfrm>
            <a:off x="301164" y="1801141"/>
            <a:ext cx="4249752" cy="4829264"/>
            <a:chOff x="301164" y="1801141"/>
            <a:chExt cx="4249752" cy="4829264"/>
          </a:xfrm>
        </p:grpSpPr>
        <p:grpSp>
          <p:nvGrpSpPr>
            <p:cNvPr id="17" name="Agrupar 16">
              <a:extLst>
                <a:ext uri="{FF2B5EF4-FFF2-40B4-BE49-F238E27FC236}">
                  <a16:creationId xmlns:a16="http://schemas.microsoft.com/office/drawing/2014/main" id="{35286C52-1094-424A-A374-F69F745981DC}"/>
                </a:ext>
              </a:extLst>
            </p:cNvPr>
            <p:cNvGrpSpPr/>
            <p:nvPr/>
          </p:nvGrpSpPr>
          <p:grpSpPr>
            <a:xfrm>
              <a:off x="301164" y="1801141"/>
              <a:ext cx="4249752" cy="4829264"/>
              <a:chOff x="187746" y="1877438"/>
              <a:chExt cx="4249752" cy="4829264"/>
            </a:xfrm>
          </p:grpSpPr>
          <p:pic>
            <p:nvPicPr>
              <p:cNvPr id="18" name="Picture 12" descr="papel de nota branco 11287526 PNG">
                <a:extLst>
                  <a:ext uri="{FF2B5EF4-FFF2-40B4-BE49-F238E27FC236}">
                    <a16:creationId xmlns:a16="http://schemas.microsoft.com/office/drawing/2014/main" id="{C6DA3FB1-C783-4960-92E3-7BF6E422B82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duotone>
                  <a:prstClr val="black"/>
                  <a:schemeClr val="accent1">
                    <a:tint val="45000"/>
                    <a:satMod val="400000"/>
                  </a:schemeClr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7746" y="1877438"/>
                <a:ext cx="4249752" cy="482926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9" name="CaixaDeTexto 18">
                <a:extLst>
                  <a:ext uri="{FF2B5EF4-FFF2-40B4-BE49-F238E27FC236}">
                    <a16:creationId xmlns:a16="http://schemas.microsoft.com/office/drawing/2014/main" id="{7AA38699-0BC6-4F1C-953A-EF1188ECB28C}"/>
                  </a:ext>
                </a:extLst>
              </p:cNvPr>
              <p:cNvSpPr txBox="1"/>
              <p:nvPr/>
            </p:nvSpPr>
            <p:spPr>
              <a:xfrm>
                <a:off x="590671" y="2999018"/>
                <a:ext cx="361015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>
                    <a:solidFill>
                      <a:schemeClr val="bg1"/>
                    </a:solidFill>
                  </a:rPr>
                  <a:t>1. Estudar os modelos disponí-</a:t>
                </a:r>
              </a:p>
            </p:txBody>
          </p:sp>
          <p:sp>
            <p:nvSpPr>
              <p:cNvPr id="20" name="CaixaDeTexto 19">
                <a:extLst>
                  <a:ext uri="{FF2B5EF4-FFF2-40B4-BE49-F238E27FC236}">
                    <a16:creationId xmlns:a16="http://schemas.microsoft.com/office/drawing/2014/main" id="{67134F50-4AE6-4FFC-8341-DAC1DD0F1A0D}"/>
                  </a:ext>
                </a:extLst>
              </p:cNvPr>
              <p:cNvSpPr txBox="1"/>
              <p:nvPr/>
            </p:nvSpPr>
            <p:spPr>
              <a:xfrm>
                <a:off x="590671" y="3489651"/>
                <a:ext cx="361498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>
                    <a:solidFill>
                      <a:schemeClr val="bg1"/>
                    </a:solidFill>
                  </a:rPr>
                  <a:t>veis.</a:t>
                </a:r>
              </a:p>
            </p:txBody>
          </p:sp>
          <p:sp>
            <p:nvSpPr>
              <p:cNvPr id="21" name="CaixaDeTexto 20">
                <a:extLst>
                  <a:ext uri="{FF2B5EF4-FFF2-40B4-BE49-F238E27FC236}">
                    <a16:creationId xmlns:a16="http://schemas.microsoft.com/office/drawing/2014/main" id="{DEEC45B5-5A4C-46A4-A8AC-AF9DE8CA24D9}"/>
                  </a:ext>
                </a:extLst>
              </p:cNvPr>
              <p:cNvSpPr txBox="1"/>
              <p:nvPr/>
            </p:nvSpPr>
            <p:spPr>
              <a:xfrm>
                <a:off x="585846" y="4099676"/>
                <a:ext cx="345355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>
                    <a:solidFill>
                      <a:schemeClr val="bg1"/>
                    </a:solidFill>
                  </a:rPr>
                  <a:t>2. Aplicar ferramentas</a:t>
                </a:r>
              </a:p>
            </p:txBody>
          </p:sp>
          <p:sp>
            <p:nvSpPr>
              <p:cNvPr id="23" name="CaixaDeTexto 22">
                <a:extLst>
                  <a:ext uri="{FF2B5EF4-FFF2-40B4-BE49-F238E27FC236}">
                    <a16:creationId xmlns:a16="http://schemas.microsoft.com/office/drawing/2014/main" id="{15A75451-25F0-4B76-8324-B02DDF51C4F2}"/>
                  </a:ext>
                </a:extLst>
              </p:cNvPr>
              <p:cNvSpPr txBox="1"/>
              <p:nvPr/>
            </p:nvSpPr>
            <p:spPr>
              <a:xfrm>
                <a:off x="585845" y="5140865"/>
                <a:ext cx="361498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>
                    <a:solidFill>
                      <a:schemeClr val="bg1"/>
                    </a:solidFill>
                  </a:rPr>
                  <a:t>2.2. Canva</a:t>
                </a:r>
              </a:p>
            </p:txBody>
          </p:sp>
          <p:sp>
            <p:nvSpPr>
              <p:cNvPr id="24" name="CaixaDeTexto 23">
                <a:extLst>
                  <a:ext uri="{FF2B5EF4-FFF2-40B4-BE49-F238E27FC236}">
                    <a16:creationId xmlns:a16="http://schemas.microsoft.com/office/drawing/2014/main" id="{354B323C-D675-4540-9CDD-BBC01292CF43}"/>
                  </a:ext>
                </a:extLst>
              </p:cNvPr>
              <p:cNvSpPr txBox="1"/>
              <p:nvPr/>
            </p:nvSpPr>
            <p:spPr>
              <a:xfrm>
                <a:off x="585845" y="5721706"/>
                <a:ext cx="36198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>
                    <a:solidFill>
                      <a:schemeClr val="bg1"/>
                    </a:solidFill>
                  </a:rPr>
                  <a:t>2.3. Power Point</a:t>
                </a:r>
              </a:p>
            </p:txBody>
          </p:sp>
        </p:grpSp>
        <p:sp>
          <p:nvSpPr>
            <p:cNvPr id="49" name="CaixaDeTexto 48">
              <a:extLst>
                <a:ext uri="{FF2B5EF4-FFF2-40B4-BE49-F238E27FC236}">
                  <a16:creationId xmlns:a16="http://schemas.microsoft.com/office/drawing/2014/main" id="{F4D8D04B-0DC5-4027-B06B-225A9ADBAF0B}"/>
                </a:ext>
              </a:extLst>
            </p:cNvPr>
            <p:cNvSpPr txBox="1"/>
            <p:nvPr/>
          </p:nvSpPr>
          <p:spPr>
            <a:xfrm>
              <a:off x="699263" y="4534934"/>
              <a:ext cx="36149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>
                  <a:solidFill>
                    <a:schemeClr val="bg1"/>
                  </a:solidFill>
                </a:rPr>
                <a:t>2.1. Word</a:t>
              </a:r>
            </a:p>
          </p:txBody>
        </p:sp>
      </p:grpSp>
      <p:pic>
        <p:nvPicPr>
          <p:cNvPr id="12" name="Picture 4" descr="FIRST Brand and Logo Files | FIRST">
            <a:extLst>
              <a:ext uri="{FF2B5EF4-FFF2-40B4-BE49-F238E27FC236}">
                <a16:creationId xmlns:a16="http://schemas.microsoft.com/office/drawing/2014/main" id="{BF6A2643-6B79-F356-21C8-CE85AC8A36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7719"/>
            <a:ext cx="2114550" cy="133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Seta: para a Direita 15">
            <a:extLst>
              <a:ext uri="{FF2B5EF4-FFF2-40B4-BE49-F238E27FC236}">
                <a16:creationId xmlns:a16="http://schemas.microsoft.com/office/drawing/2014/main" id="{B5219B27-424F-452F-B860-001B6582CC09}"/>
              </a:ext>
            </a:extLst>
          </p:cNvPr>
          <p:cNvSpPr/>
          <p:nvPr/>
        </p:nvSpPr>
        <p:spPr>
          <a:xfrm>
            <a:off x="2114549" y="58368"/>
            <a:ext cx="6842135" cy="1245140"/>
          </a:xfrm>
          <a:prstGeom prst="rightArrow">
            <a:avLst>
              <a:gd name="adj1" fmla="val 50000"/>
              <a:gd name="adj2" fmla="val 86274"/>
            </a:avLst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89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32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Engineering notebook</a:t>
            </a:r>
          </a:p>
        </p:txBody>
      </p:sp>
      <p:pic>
        <p:nvPicPr>
          <p:cNvPr id="26" name="Picture 16" descr="Lista de tarefas - ícones de arquivos e pastas grátis">
            <a:extLst>
              <a:ext uri="{FF2B5EF4-FFF2-40B4-BE49-F238E27FC236}">
                <a16:creationId xmlns:a16="http://schemas.microsoft.com/office/drawing/2014/main" id="{8E5E6EB9-C985-44C7-ACF0-348333A04A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83315" y="4600294"/>
            <a:ext cx="1674779" cy="16747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CaixaDeTexto 26">
            <a:extLst>
              <a:ext uri="{FF2B5EF4-FFF2-40B4-BE49-F238E27FC236}">
                <a16:creationId xmlns:a16="http://schemas.microsoft.com/office/drawing/2014/main" id="{7BC8F3E2-0FCD-4FE2-A4DF-9ED5CB1B3E3A}"/>
              </a:ext>
            </a:extLst>
          </p:cNvPr>
          <p:cNvSpPr txBox="1"/>
          <p:nvPr/>
        </p:nvSpPr>
        <p:spPr>
          <a:xfrm>
            <a:off x="6037801" y="4973339"/>
            <a:ext cx="3730648" cy="1200329"/>
          </a:xfrm>
          <a:custGeom>
            <a:avLst/>
            <a:gdLst>
              <a:gd name="connsiteX0" fmla="*/ 0 w 3730648"/>
              <a:gd name="connsiteY0" fmla="*/ 0 h 1200329"/>
              <a:gd name="connsiteX1" fmla="*/ 659081 w 3730648"/>
              <a:gd name="connsiteY1" fmla="*/ 0 h 1200329"/>
              <a:gd name="connsiteX2" fmla="*/ 1280856 w 3730648"/>
              <a:gd name="connsiteY2" fmla="*/ 0 h 1200329"/>
              <a:gd name="connsiteX3" fmla="*/ 1865324 w 3730648"/>
              <a:gd name="connsiteY3" fmla="*/ 0 h 1200329"/>
              <a:gd name="connsiteX4" fmla="*/ 2375179 w 3730648"/>
              <a:gd name="connsiteY4" fmla="*/ 0 h 1200329"/>
              <a:gd name="connsiteX5" fmla="*/ 2922341 w 3730648"/>
              <a:gd name="connsiteY5" fmla="*/ 0 h 1200329"/>
              <a:gd name="connsiteX6" fmla="*/ 3730648 w 3730648"/>
              <a:gd name="connsiteY6" fmla="*/ 0 h 1200329"/>
              <a:gd name="connsiteX7" fmla="*/ 3730648 w 3730648"/>
              <a:gd name="connsiteY7" fmla="*/ 600165 h 1200329"/>
              <a:gd name="connsiteX8" fmla="*/ 3730648 w 3730648"/>
              <a:gd name="connsiteY8" fmla="*/ 1200329 h 1200329"/>
              <a:gd name="connsiteX9" fmla="*/ 3071567 w 3730648"/>
              <a:gd name="connsiteY9" fmla="*/ 1200329 h 1200329"/>
              <a:gd name="connsiteX10" fmla="*/ 2412486 w 3730648"/>
              <a:gd name="connsiteY10" fmla="*/ 1200329 h 1200329"/>
              <a:gd name="connsiteX11" fmla="*/ 1716098 w 3730648"/>
              <a:gd name="connsiteY11" fmla="*/ 1200329 h 1200329"/>
              <a:gd name="connsiteX12" fmla="*/ 1057017 w 3730648"/>
              <a:gd name="connsiteY12" fmla="*/ 1200329 h 1200329"/>
              <a:gd name="connsiteX13" fmla="*/ 0 w 3730648"/>
              <a:gd name="connsiteY13" fmla="*/ 1200329 h 1200329"/>
              <a:gd name="connsiteX14" fmla="*/ 0 w 3730648"/>
              <a:gd name="connsiteY14" fmla="*/ 624171 h 1200329"/>
              <a:gd name="connsiteX15" fmla="*/ 0 w 3730648"/>
              <a:gd name="connsiteY15" fmla="*/ 0 h 12003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730648" h="1200329" extrusionOk="0">
                <a:moveTo>
                  <a:pt x="0" y="0"/>
                </a:moveTo>
                <a:cubicBezTo>
                  <a:pt x="283956" y="16276"/>
                  <a:pt x="465258" y="5961"/>
                  <a:pt x="659081" y="0"/>
                </a:cubicBezTo>
                <a:cubicBezTo>
                  <a:pt x="852904" y="-5961"/>
                  <a:pt x="983345" y="27532"/>
                  <a:pt x="1280856" y="0"/>
                </a:cubicBezTo>
                <a:cubicBezTo>
                  <a:pt x="1578368" y="-27532"/>
                  <a:pt x="1598240" y="26777"/>
                  <a:pt x="1865324" y="0"/>
                </a:cubicBezTo>
                <a:cubicBezTo>
                  <a:pt x="2132408" y="-26777"/>
                  <a:pt x="2133765" y="-13110"/>
                  <a:pt x="2375179" y="0"/>
                </a:cubicBezTo>
                <a:cubicBezTo>
                  <a:pt x="2616594" y="13110"/>
                  <a:pt x="2690581" y="3282"/>
                  <a:pt x="2922341" y="0"/>
                </a:cubicBezTo>
                <a:cubicBezTo>
                  <a:pt x="3154101" y="-3282"/>
                  <a:pt x="3531990" y="-17482"/>
                  <a:pt x="3730648" y="0"/>
                </a:cubicBezTo>
                <a:cubicBezTo>
                  <a:pt x="3731194" y="299824"/>
                  <a:pt x="3703617" y="429487"/>
                  <a:pt x="3730648" y="600165"/>
                </a:cubicBezTo>
                <a:cubicBezTo>
                  <a:pt x="3757679" y="770844"/>
                  <a:pt x="3712888" y="1039841"/>
                  <a:pt x="3730648" y="1200329"/>
                </a:cubicBezTo>
                <a:cubicBezTo>
                  <a:pt x="3504959" y="1179337"/>
                  <a:pt x="3341324" y="1217697"/>
                  <a:pt x="3071567" y="1200329"/>
                </a:cubicBezTo>
                <a:cubicBezTo>
                  <a:pt x="2801810" y="1182961"/>
                  <a:pt x="2721442" y="1201939"/>
                  <a:pt x="2412486" y="1200329"/>
                </a:cubicBezTo>
                <a:cubicBezTo>
                  <a:pt x="2103530" y="1198719"/>
                  <a:pt x="2015302" y="1189739"/>
                  <a:pt x="1716098" y="1200329"/>
                </a:cubicBezTo>
                <a:cubicBezTo>
                  <a:pt x="1416894" y="1210919"/>
                  <a:pt x="1199218" y="1174112"/>
                  <a:pt x="1057017" y="1200329"/>
                </a:cubicBezTo>
                <a:cubicBezTo>
                  <a:pt x="914816" y="1226546"/>
                  <a:pt x="288342" y="1180854"/>
                  <a:pt x="0" y="1200329"/>
                </a:cubicBezTo>
                <a:cubicBezTo>
                  <a:pt x="15741" y="914489"/>
                  <a:pt x="-1650" y="882903"/>
                  <a:pt x="0" y="624171"/>
                </a:cubicBezTo>
                <a:cubicBezTo>
                  <a:pt x="1650" y="365439"/>
                  <a:pt x="18167" y="193190"/>
                  <a:pt x="0" y="0"/>
                </a:cubicBezTo>
                <a:close/>
              </a:path>
            </a:pathLst>
          </a:custGeom>
          <a:noFill/>
          <a:ln w="28575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2980694335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just"/>
            <a:r>
              <a:rPr lang="pt-BR" b="1" i="1" u="sng" dirty="0"/>
              <a:t>Tarefa Continua – Computador:</a:t>
            </a:r>
          </a:p>
          <a:p>
            <a:pPr algn="just"/>
            <a:r>
              <a:rPr lang="pt-BR" dirty="0"/>
              <a:t>Iniciar o Engineering Notebook, esta tarefa será recolhida ao final do 3º módulo do curso.</a:t>
            </a:r>
          </a:p>
        </p:txBody>
      </p:sp>
      <p:pic>
        <p:nvPicPr>
          <p:cNvPr id="22" name="Picture 10" descr="Clicando - ícones de gestos grátis">
            <a:extLst>
              <a:ext uri="{FF2B5EF4-FFF2-40B4-BE49-F238E27FC236}">
                <a16:creationId xmlns:a16="http://schemas.microsoft.com/office/drawing/2014/main" id="{EE71E1AF-655E-4285-9444-53EC8D6121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3248" y="2765034"/>
            <a:ext cx="1143397" cy="1143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10" descr="Clicando - ícones de gestos grátis">
            <a:extLst>
              <a:ext uri="{FF2B5EF4-FFF2-40B4-BE49-F238E27FC236}">
                <a16:creationId xmlns:a16="http://schemas.microsoft.com/office/drawing/2014/main" id="{8C7172F1-5EFC-43B1-B2BC-04B1942565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91549" y="2769132"/>
            <a:ext cx="1143397" cy="1143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10" descr="Clicando - ícones de gestos grátis">
            <a:extLst>
              <a:ext uri="{FF2B5EF4-FFF2-40B4-BE49-F238E27FC236}">
                <a16:creationId xmlns:a16="http://schemas.microsoft.com/office/drawing/2014/main" id="{1F71B9E3-E2DC-495B-96AB-09006DACCF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28408" y="2765034"/>
            <a:ext cx="1143397" cy="1143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CaixaDeTexto 34">
            <a:extLst>
              <a:ext uri="{FF2B5EF4-FFF2-40B4-BE49-F238E27FC236}">
                <a16:creationId xmlns:a16="http://schemas.microsoft.com/office/drawing/2014/main" id="{9E1D8BAD-6C70-4651-BF61-BCC6F49A9752}"/>
              </a:ext>
            </a:extLst>
          </p:cNvPr>
          <p:cNvSpPr txBox="1"/>
          <p:nvPr/>
        </p:nvSpPr>
        <p:spPr>
          <a:xfrm>
            <a:off x="7966688" y="2440763"/>
            <a:ext cx="8592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solidFill>
                  <a:schemeClr val="bg1"/>
                </a:solidFill>
              </a:rPr>
              <a:t>2169</a:t>
            </a:r>
          </a:p>
        </p:txBody>
      </p:sp>
      <p:sp>
        <p:nvSpPr>
          <p:cNvPr id="36" name="CaixaDeTexto 35">
            <a:extLst>
              <a:ext uri="{FF2B5EF4-FFF2-40B4-BE49-F238E27FC236}">
                <a16:creationId xmlns:a16="http://schemas.microsoft.com/office/drawing/2014/main" id="{5F2882C0-C6E1-4887-9F44-DF5ED3BE4861}"/>
              </a:ext>
            </a:extLst>
          </p:cNvPr>
          <p:cNvSpPr txBox="1"/>
          <p:nvPr/>
        </p:nvSpPr>
        <p:spPr>
          <a:xfrm>
            <a:off x="9882198" y="2440763"/>
            <a:ext cx="8592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solidFill>
                  <a:schemeClr val="bg1"/>
                </a:solidFill>
              </a:rPr>
              <a:t>5980</a:t>
            </a:r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5BBAA285-5A3B-41BF-AA56-65D92A1CEA18}"/>
              </a:ext>
            </a:extLst>
          </p:cNvPr>
          <p:cNvSpPr txBox="1"/>
          <p:nvPr/>
        </p:nvSpPr>
        <p:spPr>
          <a:xfrm>
            <a:off x="6051178" y="2440763"/>
            <a:ext cx="8592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solidFill>
                  <a:schemeClr val="bg1"/>
                </a:solidFill>
              </a:rPr>
              <a:t>157</a:t>
            </a: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53AECC7E-B14C-4AEA-85A8-16EE2C52DAA4}"/>
              </a:ext>
            </a:extLst>
          </p:cNvPr>
          <p:cNvSpPr txBox="1"/>
          <p:nvPr/>
        </p:nvSpPr>
        <p:spPr>
          <a:xfrm>
            <a:off x="5244353" y="1358557"/>
            <a:ext cx="60340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dirty="0">
                <a:solidFill>
                  <a:schemeClr val="accent3"/>
                </a:solidFill>
              </a:rPr>
              <a:t>EXEMPLOS DE ENGINEERING NOTEBOOK</a:t>
            </a:r>
          </a:p>
        </p:txBody>
      </p:sp>
      <p:pic>
        <p:nvPicPr>
          <p:cNvPr id="1030" name="Picture 6">
            <a:hlinkClick r:id="rId13"/>
            <a:extLst>
              <a:ext uri="{FF2B5EF4-FFF2-40B4-BE49-F238E27FC236}">
                <a16:creationId xmlns:a16="http://schemas.microsoft.com/office/drawing/2014/main" id="{81D2E180-87A5-4922-95D1-8E82A8DB37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8739" y="3968349"/>
            <a:ext cx="600201" cy="5837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CaixaDeTexto 38">
            <a:extLst>
              <a:ext uri="{FF2B5EF4-FFF2-40B4-BE49-F238E27FC236}">
                <a16:creationId xmlns:a16="http://schemas.microsoft.com/office/drawing/2014/main" id="{F09C9237-37B6-4405-86EB-3E2A75061728}"/>
              </a:ext>
            </a:extLst>
          </p:cNvPr>
          <p:cNvSpPr txBox="1"/>
          <p:nvPr/>
        </p:nvSpPr>
        <p:spPr>
          <a:xfrm>
            <a:off x="5978999" y="4075554"/>
            <a:ext cx="33245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REMOVER PLANO DE FUNDO</a:t>
            </a:r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31E2FD10-5353-499D-8A2F-30A18DFF121C}"/>
              </a:ext>
            </a:extLst>
          </p:cNvPr>
          <p:cNvSpPr txBox="1"/>
          <p:nvPr/>
        </p:nvSpPr>
        <p:spPr>
          <a:xfrm>
            <a:off x="10122121" y="4091875"/>
            <a:ext cx="13388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CRIAR GIF</a:t>
            </a:r>
          </a:p>
        </p:txBody>
      </p:sp>
      <p:pic>
        <p:nvPicPr>
          <p:cNvPr id="41" name="Picture 10" descr="Clicando - ícones de gestos grátis">
            <a:extLst>
              <a:ext uri="{FF2B5EF4-FFF2-40B4-BE49-F238E27FC236}">
                <a16:creationId xmlns:a16="http://schemas.microsoft.com/office/drawing/2014/main" id="{CB9C8BE6-B297-4CE0-97E0-C7165972D5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009636">
            <a:off x="9900270" y="4272715"/>
            <a:ext cx="516861" cy="5168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2" name="Picture 10" descr="Clicando - ícones de gestos grátis">
            <a:extLst>
              <a:ext uri="{FF2B5EF4-FFF2-40B4-BE49-F238E27FC236}">
                <a16:creationId xmlns:a16="http://schemas.microsoft.com/office/drawing/2014/main" id="{E7B213D0-FDC5-47BC-AF08-8DD1BA0ADA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009636">
            <a:off x="5784343" y="4280777"/>
            <a:ext cx="516861" cy="5168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4" name="Agrupar 43">
            <a:extLst>
              <a:ext uri="{FF2B5EF4-FFF2-40B4-BE49-F238E27FC236}">
                <a16:creationId xmlns:a16="http://schemas.microsoft.com/office/drawing/2014/main" id="{0A39E241-B0B7-41E9-973A-593E6876A4C2}"/>
              </a:ext>
            </a:extLst>
          </p:cNvPr>
          <p:cNvGrpSpPr/>
          <p:nvPr/>
        </p:nvGrpSpPr>
        <p:grpSpPr>
          <a:xfrm>
            <a:off x="9007810" y="36566"/>
            <a:ext cx="3092750" cy="1446550"/>
            <a:chOff x="9007810" y="36566"/>
            <a:chExt cx="3092750" cy="1446550"/>
          </a:xfrm>
        </p:grpSpPr>
        <p:grpSp>
          <p:nvGrpSpPr>
            <p:cNvPr id="45" name="Agrupar 44">
              <a:extLst>
                <a:ext uri="{FF2B5EF4-FFF2-40B4-BE49-F238E27FC236}">
                  <a16:creationId xmlns:a16="http://schemas.microsoft.com/office/drawing/2014/main" id="{B03C7925-B1E6-4F44-A7E1-E636B71EDDBC}"/>
                </a:ext>
              </a:extLst>
            </p:cNvPr>
            <p:cNvGrpSpPr/>
            <p:nvPr/>
          </p:nvGrpSpPr>
          <p:grpSpPr>
            <a:xfrm>
              <a:off x="9007810" y="36566"/>
              <a:ext cx="3092750" cy="1446550"/>
              <a:chOff x="9007810" y="36566"/>
              <a:chExt cx="3092750" cy="1446550"/>
            </a:xfrm>
          </p:grpSpPr>
          <p:sp>
            <p:nvSpPr>
              <p:cNvPr id="47" name="Retângulo 46">
                <a:extLst>
                  <a:ext uri="{FF2B5EF4-FFF2-40B4-BE49-F238E27FC236}">
                    <a16:creationId xmlns:a16="http://schemas.microsoft.com/office/drawing/2014/main" id="{444FA184-39DA-49D5-97AC-E44AD0349BF6}"/>
                  </a:ext>
                </a:extLst>
              </p:cNvPr>
              <p:cNvSpPr/>
              <p:nvPr/>
            </p:nvSpPr>
            <p:spPr>
              <a:xfrm>
                <a:off x="9007810" y="132080"/>
                <a:ext cx="3092750" cy="124514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8" name="CaixaDeTexto 47">
                <a:extLst>
                  <a:ext uri="{FF2B5EF4-FFF2-40B4-BE49-F238E27FC236}">
                    <a16:creationId xmlns:a16="http://schemas.microsoft.com/office/drawing/2014/main" id="{795AD990-1601-492A-9126-DE26C38A6A54}"/>
                  </a:ext>
                </a:extLst>
              </p:cNvPr>
              <p:cNvSpPr txBox="1"/>
              <p:nvPr/>
            </p:nvSpPr>
            <p:spPr>
              <a:xfrm>
                <a:off x="9049044" y="36566"/>
                <a:ext cx="2123779" cy="144655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4400" b="1" dirty="0">
                    <a:latin typeface="Arial Rounded MT Bold" panose="020F0704030504030204" pitchFamily="34" charset="0"/>
                    <a:cs typeface="Aharoni" panose="02010803020104030203" pitchFamily="2" charset="-79"/>
                  </a:rPr>
                  <a:t>AULA</a:t>
                </a:r>
              </a:p>
              <a:p>
                <a:pPr algn="ctr"/>
                <a:r>
                  <a:rPr lang="pt-BR" sz="4400" b="1" dirty="0">
                    <a:latin typeface="Arial Rounded MT Bold" panose="020F0704030504030204" pitchFamily="34" charset="0"/>
                    <a:cs typeface="Aharoni" panose="02010803020104030203" pitchFamily="2" charset="-79"/>
                  </a:rPr>
                  <a:t>6, 7 e 8</a:t>
                </a:r>
              </a:p>
            </p:txBody>
          </p:sp>
        </p:grpSp>
        <p:pic>
          <p:nvPicPr>
            <p:cNvPr id="46" name="Picture 20" descr="Sala de aula - ícones de pessoas grátis">
              <a:extLst>
                <a:ext uri="{FF2B5EF4-FFF2-40B4-BE49-F238E27FC236}">
                  <a16:creationId xmlns:a16="http://schemas.microsoft.com/office/drawing/2014/main" id="{82B2B26E-75A0-426A-AC39-5107BC6474F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72823" y="248871"/>
              <a:ext cx="846228" cy="84622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0856263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4" descr="FIRST Brand and Logo Files | FIRST">
            <a:extLst>
              <a:ext uri="{FF2B5EF4-FFF2-40B4-BE49-F238E27FC236}">
                <a16:creationId xmlns:a16="http://schemas.microsoft.com/office/drawing/2014/main" id="{BF6A2643-6B79-F356-21C8-CE85AC8A36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7719"/>
            <a:ext cx="2114550" cy="133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Seta: para a Direita 15">
            <a:extLst>
              <a:ext uri="{FF2B5EF4-FFF2-40B4-BE49-F238E27FC236}">
                <a16:creationId xmlns:a16="http://schemas.microsoft.com/office/drawing/2014/main" id="{B5219B27-424F-452F-B860-001B6582CC09}"/>
              </a:ext>
            </a:extLst>
          </p:cNvPr>
          <p:cNvSpPr/>
          <p:nvPr/>
        </p:nvSpPr>
        <p:spPr>
          <a:xfrm>
            <a:off x="2114549" y="58368"/>
            <a:ext cx="6842135" cy="1245140"/>
          </a:xfrm>
          <a:prstGeom prst="rightArrow">
            <a:avLst>
              <a:gd name="adj1" fmla="val 50000"/>
              <a:gd name="adj2" fmla="val 86274"/>
            </a:avLst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89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32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Segurança e Normas Básicas</a:t>
            </a:r>
          </a:p>
        </p:txBody>
      </p:sp>
      <p:grpSp>
        <p:nvGrpSpPr>
          <p:cNvPr id="11" name="Agrupar 10">
            <a:extLst>
              <a:ext uri="{FF2B5EF4-FFF2-40B4-BE49-F238E27FC236}">
                <a16:creationId xmlns:a16="http://schemas.microsoft.com/office/drawing/2014/main" id="{6C742A8F-E1D4-44C9-9D7C-65EE2A1B439A}"/>
              </a:ext>
            </a:extLst>
          </p:cNvPr>
          <p:cNvGrpSpPr/>
          <p:nvPr/>
        </p:nvGrpSpPr>
        <p:grpSpPr>
          <a:xfrm>
            <a:off x="8956684" y="132080"/>
            <a:ext cx="3143876" cy="1103333"/>
            <a:chOff x="8956684" y="132080"/>
            <a:chExt cx="3143876" cy="1103333"/>
          </a:xfrm>
        </p:grpSpPr>
        <p:grpSp>
          <p:nvGrpSpPr>
            <p:cNvPr id="29" name="Agrupar 28">
              <a:extLst>
                <a:ext uri="{FF2B5EF4-FFF2-40B4-BE49-F238E27FC236}">
                  <a16:creationId xmlns:a16="http://schemas.microsoft.com/office/drawing/2014/main" id="{4D5D6F33-ED2F-4A03-9511-7F4760D16025}"/>
                </a:ext>
              </a:extLst>
            </p:cNvPr>
            <p:cNvGrpSpPr/>
            <p:nvPr/>
          </p:nvGrpSpPr>
          <p:grpSpPr>
            <a:xfrm>
              <a:off x="8956684" y="132080"/>
              <a:ext cx="3143876" cy="1103333"/>
              <a:chOff x="8956684" y="132080"/>
              <a:chExt cx="3143876" cy="1103333"/>
            </a:xfrm>
          </p:grpSpPr>
          <p:sp>
            <p:nvSpPr>
              <p:cNvPr id="30" name="Retângulo 29">
                <a:extLst>
                  <a:ext uri="{FF2B5EF4-FFF2-40B4-BE49-F238E27FC236}">
                    <a16:creationId xmlns:a16="http://schemas.microsoft.com/office/drawing/2014/main" id="{BC544DAF-786B-4B31-91B4-E36CF34D3038}"/>
                  </a:ext>
                </a:extLst>
              </p:cNvPr>
              <p:cNvSpPr/>
              <p:nvPr/>
            </p:nvSpPr>
            <p:spPr>
              <a:xfrm>
                <a:off x="9007810" y="132080"/>
                <a:ext cx="3092750" cy="1103333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" name="CaixaDeTexto 32">
                <a:extLst>
                  <a:ext uri="{FF2B5EF4-FFF2-40B4-BE49-F238E27FC236}">
                    <a16:creationId xmlns:a16="http://schemas.microsoft.com/office/drawing/2014/main" id="{609FA241-63A1-4834-8FA6-E317280E86E0}"/>
                  </a:ext>
                </a:extLst>
              </p:cNvPr>
              <p:cNvSpPr txBox="1"/>
              <p:nvPr/>
            </p:nvSpPr>
            <p:spPr>
              <a:xfrm>
                <a:off x="8956684" y="295177"/>
                <a:ext cx="2205367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4400" b="1" dirty="0">
                    <a:latin typeface="Arial Rounded MT Bold" panose="020F0704030504030204" pitchFamily="34" charset="0"/>
                    <a:cs typeface="Aharoni" panose="02010803020104030203" pitchFamily="2" charset="-79"/>
                  </a:rPr>
                  <a:t>AULA 9</a:t>
                </a:r>
              </a:p>
            </p:txBody>
          </p:sp>
        </p:grpSp>
        <p:pic>
          <p:nvPicPr>
            <p:cNvPr id="34" name="Picture 20" descr="Sala de aula - ícones de pessoas grátis">
              <a:extLst>
                <a:ext uri="{FF2B5EF4-FFF2-40B4-BE49-F238E27FC236}">
                  <a16:creationId xmlns:a16="http://schemas.microsoft.com/office/drawing/2014/main" id="{D9270CB1-7270-4F25-84E5-C9624C649AE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72823" y="248871"/>
              <a:ext cx="846228" cy="84622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F09C9237-37B6-4405-86EB-3E2A75061728}"/>
              </a:ext>
            </a:extLst>
          </p:cNvPr>
          <p:cNvSpPr txBox="1"/>
          <p:nvPr/>
        </p:nvSpPr>
        <p:spPr>
          <a:xfrm>
            <a:off x="1023949" y="1622047"/>
            <a:ext cx="33245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A quem se aplica?</a:t>
            </a:r>
          </a:p>
        </p:txBody>
      </p:sp>
      <p:pic>
        <p:nvPicPr>
          <p:cNvPr id="1026" name="Picture 2" descr="Pessoas - ícones de pessoas grátis">
            <a:extLst>
              <a:ext uri="{FF2B5EF4-FFF2-40B4-BE49-F238E27FC236}">
                <a16:creationId xmlns:a16="http://schemas.microsoft.com/office/drawing/2014/main" id="{5702FCA4-FDE9-4608-B1DE-E4BB0EFEBD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834" y="1455155"/>
            <a:ext cx="703115" cy="703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EPI: Sete coisas que todo micro e pequeno empresário deve saber">
            <a:extLst>
              <a:ext uri="{FF2B5EF4-FFF2-40B4-BE49-F238E27FC236}">
                <a16:creationId xmlns:a16="http://schemas.microsoft.com/office/drawing/2014/main" id="{170DFA78-224B-4AF2-8155-B19DAB60B8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833" y="2215080"/>
            <a:ext cx="703116" cy="7031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CaixaDeTexto 34">
            <a:extLst>
              <a:ext uri="{FF2B5EF4-FFF2-40B4-BE49-F238E27FC236}">
                <a16:creationId xmlns:a16="http://schemas.microsoft.com/office/drawing/2014/main" id="{43F454A7-E331-43D4-BBD3-8B94AC6513DA}"/>
              </a:ext>
            </a:extLst>
          </p:cNvPr>
          <p:cNvSpPr txBox="1"/>
          <p:nvPr/>
        </p:nvSpPr>
        <p:spPr>
          <a:xfrm>
            <a:off x="1023947" y="2327445"/>
            <a:ext cx="6771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EPIs (Equipamento de Proteção Individual)</a:t>
            </a:r>
          </a:p>
        </p:txBody>
      </p:sp>
      <p:pic>
        <p:nvPicPr>
          <p:cNvPr id="3" name="Picture 6" descr="Robô agv - ícones de transporte grátis">
            <a:extLst>
              <a:ext uri="{FF2B5EF4-FFF2-40B4-BE49-F238E27FC236}">
                <a16:creationId xmlns:a16="http://schemas.microsoft.com/office/drawing/2014/main" id="{17B8B8DB-98AA-492D-879C-BD4239F78E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833" y="3018395"/>
            <a:ext cx="703116" cy="7031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CaixaDeTexto 35">
            <a:extLst>
              <a:ext uri="{FF2B5EF4-FFF2-40B4-BE49-F238E27FC236}">
                <a16:creationId xmlns:a16="http://schemas.microsoft.com/office/drawing/2014/main" id="{38182E02-9FBA-4BE1-B3B4-27950F3B1BE8}"/>
              </a:ext>
            </a:extLst>
          </p:cNvPr>
          <p:cNvSpPr txBox="1"/>
          <p:nvPr/>
        </p:nvSpPr>
        <p:spPr>
          <a:xfrm>
            <a:off x="1023949" y="3162324"/>
            <a:ext cx="37306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Manuseio e transporte do Robô</a:t>
            </a:r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3DFD8ACB-CE6B-4047-BCF9-6F10EA73207A}"/>
              </a:ext>
            </a:extLst>
          </p:cNvPr>
          <p:cNvSpPr txBox="1"/>
          <p:nvPr/>
        </p:nvSpPr>
        <p:spPr>
          <a:xfrm>
            <a:off x="1023949" y="3996460"/>
            <a:ext cx="37306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/>
              <a:t>Bateria</a:t>
            </a:r>
            <a:endParaRPr lang="pt-BR" b="1" dirty="0"/>
          </a:p>
        </p:txBody>
      </p:sp>
      <p:pic>
        <p:nvPicPr>
          <p:cNvPr id="4" name="Picture 8" descr="Bateria de carro - ícones de eletrônicos grátis">
            <a:extLst>
              <a:ext uri="{FF2B5EF4-FFF2-40B4-BE49-F238E27FC236}">
                <a16:creationId xmlns:a16="http://schemas.microsoft.com/office/drawing/2014/main" id="{3133D9B5-D60B-4CDF-BB88-2BFA7B3B5A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833" y="3818466"/>
            <a:ext cx="703116" cy="7031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Código de conduta - ícones de negócios e finanças grátis">
            <a:extLst>
              <a:ext uri="{FF2B5EF4-FFF2-40B4-BE49-F238E27FC236}">
                <a16:creationId xmlns:a16="http://schemas.microsoft.com/office/drawing/2014/main" id="{F41452BF-82D9-402B-A463-7E9DF5AB05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979" y="4603119"/>
            <a:ext cx="806824" cy="806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" name="CaixaDeTexto 40">
            <a:extLst>
              <a:ext uri="{FF2B5EF4-FFF2-40B4-BE49-F238E27FC236}">
                <a16:creationId xmlns:a16="http://schemas.microsoft.com/office/drawing/2014/main" id="{A52193D2-010A-4AA5-9804-11A77AE789C8}"/>
              </a:ext>
            </a:extLst>
          </p:cNvPr>
          <p:cNvSpPr txBox="1"/>
          <p:nvPr/>
        </p:nvSpPr>
        <p:spPr>
          <a:xfrm>
            <a:off x="1023949" y="4821865"/>
            <a:ext cx="39737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Conduta na área de competição</a:t>
            </a:r>
          </a:p>
        </p:txBody>
      </p:sp>
      <p:sp>
        <p:nvSpPr>
          <p:cNvPr id="42" name="Balão de Fala: Retângulo com Cantos Arredondados 41">
            <a:extLst>
              <a:ext uri="{FF2B5EF4-FFF2-40B4-BE49-F238E27FC236}">
                <a16:creationId xmlns:a16="http://schemas.microsoft.com/office/drawing/2014/main" id="{1B67B422-A240-41E6-B6C1-7490B91A5047}"/>
              </a:ext>
            </a:extLst>
          </p:cNvPr>
          <p:cNvSpPr/>
          <p:nvPr/>
        </p:nvSpPr>
        <p:spPr>
          <a:xfrm>
            <a:off x="1559859" y="1991379"/>
            <a:ext cx="9602192" cy="1245140"/>
          </a:xfrm>
          <a:prstGeom prst="wedgeRoundRectCallout">
            <a:avLst>
              <a:gd name="adj1" fmla="val -56726"/>
              <a:gd name="adj2" fmla="val -54769"/>
              <a:gd name="adj3" fmla="val 16667"/>
            </a:avLst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pt-BR" sz="18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As </a:t>
            </a:r>
            <a:r>
              <a:rPr lang="pt-BR" sz="1800" b="1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normas de segurança na FRC</a:t>
            </a:r>
            <a:r>
              <a:rPr lang="pt-BR" sz="18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 (FIRST </a:t>
            </a:r>
            <a:r>
              <a:rPr lang="pt-BR" sz="1800" dirty="0" err="1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Robotics</a:t>
            </a:r>
            <a:r>
              <a:rPr lang="pt-BR" sz="18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 </a:t>
            </a:r>
            <a:r>
              <a:rPr lang="pt-BR" sz="1800" dirty="0" err="1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Competition</a:t>
            </a:r>
            <a:r>
              <a:rPr lang="pt-BR" sz="18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) são divididas entre as operações nas oficinas (durante a </a:t>
            </a:r>
            <a:r>
              <a:rPr lang="pt-BR" sz="1800" i="1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Build Season</a:t>
            </a:r>
            <a:r>
              <a:rPr lang="pt-BR" sz="18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) e as regras estritas aplicadas durante os torneios para proteger os competidores, mentores e espectadores.</a:t>
            </a:r>
            <a:endParaRPr lang="pt-BR" dirty="0"/>
          </a:p>
        </p:txBody>
      </p:sp>
      <p:sp>
        <p:nvSpPr>
          <p:cNvPr id="44" name="Balão de Fala: Retângulo com Cantos Arredondados 43">
            <a:extLst>
              <a:ext uri="{FF2B5EF4-FFF2-40B4-BE49-F238E27FC236}">
                <a16:creationId xmlns:a16="http://schemas.microsoft.com/office/drawing/2014/main" id="{237DFCEE-6CA2-477D-8337-679170A51FC9}"/>
              </a:ext>
            </a:extLst>
          </p:cNvPr>
          <p:cNvSpPr/>
          <p:nvPr/>
        </p:nvSpPr>
        <p:spPr>
          <a:xfrm>
            <a:off x="1559859" y="3533290"/>
            <a:ext cx="9602192" cy="1566262"/>
          </a:xfrm>
          <a:prstGeom prst="wedgeRoundRectCallout">
            <a:avLst>
              <a:gd name="adj1" fmla="val -56726"/>
              <a:gd name="adj2" fmla="val -54769"/>
              <a:gd name="adj3" fmla="val 16667"/>
            </a:avLst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pt-BR" sz="1800" b="1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Carrinhos de transporte:</a:t>
            </a:r>
            <a:r>
              <a:rPr lang="pt-BR" sz="1800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 Os carrinhos (</a:t>
            </a:r>
            <a:r>
              <a:rPr lang="pt-BR" sz="1800" i="1" dirty="0" err="1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carts</a:t>
            </a:r>
            <a:r>
              <a:rPr lang="pt-BR" sz="1800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) devem passar por portas padrão (máx. 76,2 cm ou 30 polegadas) e devem ter um design estável, seguro e fácil de controlar em aglomerações.</a:t>
            </a:r>
          </a:p>
          <a:p>
            <a:pPr marL="34290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pt-BR" sz="1800" b="1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Suspensão:</a:t>
            </a:r>
            <a:r>
              <a:rPr lang="pt-BR" sz="18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 Ao retirar ou colocar o robô no carrinho, levante-o utilizando a estrutura principal (nunca por partes móveis ou para-choques). </a:t>
            </a:r>
            <a:endParaRPr lang="pt-BR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3" name="Balão de Fala: Retângulo com Cantos Arredondados 42">
            <a:extLst>
              <a:ext uri="{FF2B5EF4-FFF2-40B4-BE49-F238E27FC236}">
                <a16:creationId xmlns:a16="http://schemas.microsoft.com/office/drawing/2014/main" id="{6FBF82CC-BB05-43FC-858E-1455C6BD6B12}"/>
              </a:ext>
            </a:extLst>
          </p:cNvPr>
          <p:cNvSpPr/>
          <p:nvPr/>
        </p:nvSpPr>
        <p:spPr>
          <a:xfrm>
            <a:off x="1570631" y="2696777"/>
            <a:ext cx="9602192" cy="3094423"/>
          </a:xfrm>
          <a:prstGeom prst="wedgeRoundRectCallout">
            <a:avLst>
              <a:gd name="adj1" fmla="val -56918"/>
              <a:gd name="adj2" fmla="val -50889"/>
              <a:gd name="adj3" fmla="val 16667"/>
            </a:avLst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pt-BR" sz="1800" b="1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Óculos de proteção:</a:t>
            </a:r>
            <a:r>
              <a:rPr lang="pt-BR" sz="1800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 Obrigatórios para todos os membros e mentores em áreas de fabricação e na arena. Devem ser aprovados pela norma ANSI Z87.1.</a:t>
            </a:r>
            <a:endParaRPr lang="pt-BR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pt-BR" sz="1800" b="1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Vestimentas:</a:t>
            </a:r>
            <a:r>
              <a:rPr lang="pt-BR" sz="1800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 Uso obrigatório de calçados fechados (tênis/botas) e cabelos presos nas áreas de </a:t>
            </a:r>
            <a:r>
              <a:rPr lang="pt-BR" sz="1800" i="1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pit</a:t>
            </a:r>
            <a:r>
              <a:rPr lang="pt-BR" sz="1800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 e oficinas.</a:t>
            </a:r>
            <a:endParaRPr lang="pt-BR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pt-BR" sz="1800" b="1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Proteção acústica:</a:t>
            </a:r>
            <a:r>
              <a:rPr lang="pt-BR" sz="1800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 A arena e os </a:t>
            </a:r>
            <a:r>
              <a:rPr lang="pt-BR" sz="1800" i="1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pits</a:t>
            </a:r>
            <a:r>
              <a:rPr lang="pt-BR" sz="1800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 costumam ser extremamente barulhentos; o uso de protetores auriculares é altamente recomendado.</a:t>
            </a: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pt-BR" b="1" dirty="0"/>
              <a:t>Remoção de adornos:</a:t>
            </a:r>
            <a:r>
              <a:rPr lang="pt-BR" dirty="0"/>
              <a:t> Ao operar máquinas e equipamentos com elementos rotativos, não utilizar brincos, colares, anéis, piercings, pulseiras ou outros adornos. Também é proibido o uso de roupas com mangas longas soltas ou quaisquer itens que possam ser capturados pelas partes móveis do equipamento.</a:t>
            </a:r>
            <a:endParaRPr lang="pt-BR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5" name="Balão de Fala: Retângulo com Cantos Arredondados 44">
            <a:extLst>
              <a:ext uri="{FF2B5EF4-FFF2-40B4-BE49-F238E27FC236}">
                <a16:creationId xmlns:a16="http://schemas.microsoft.com/office/drawing/2014/main" id="{5E91CD4A-AC20-4CC5-8A33-70712B3D1D05}"/>
              </a:ext>
            </a:extLst>
          </p:cNvPr>
          <p:cNvSpPr/>
          <p:nvPr/>
        </p:nvSpPr>
        <p:spPr>
          <a:xfrm>
            <a:off x="1570631" y="1844614"/>
            <a:ext cx="9602192" cy="2232585"/>
          </a:xfrm>
          <a:prstGeom prst="wedgeRoundRectCallout">
            <a:avLst>
              <a:gd name="adj1" fmla="val -56912"/>
              <a:gd name="adj2" fmla="val 52737"/>
              <a:gd name="adj3" fmla="val 16667"/>
            </a:avLst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pt-BR" sz="1800" b="1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Baterias de 12V:</a:t>
            </a:r>
            <a:r>
              <a:rPr lang="pt-BR" sz="1800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 O uso é restrito ao modelo oficial e aprovado pela organização. Ao transportá-las, segure-as sempre pela base e mantenha os terminais cobertos/isolados para evitar curtos-circuitos.</a:t>
            </a:r>
            <a:endParaRPr lang="pt-BR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pt-BR" sz="1800" b="1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Disjuntores:</a:t>
            </a:r>
            <a:r>
              <a:rPr lang="pt-BR" sz="1800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 O robô exige o uso de um disjuntor principal de fácil acesso, essencial para interromper todo o fluxo de energia imediatamente em caso de emergência.</a:t>
            </a:r>
            <a:endParaRPr lang="pt-BR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pt-BR" sz="1800" b="1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Bandeja de bateria:</a:t>
            </a:r>
            <a:r>
              <a:rPr lang="pt-BR" sz="1800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 A bateria deve ser montada de forma segura e dentro de um compartimento que a proteja de impactos na arena.</a:t>
            </a:r>
            <a:endParaRPr lang="pt-BR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6" name="Balão de Fala: Retângulo com Cantos Arredondados 45">
            <a:extLst>
              <a:ext uri="{FF2B5EF4-FFF2-40B4-BE49-F238E27FC236}">
                <a16:creationId xmlns:a16="http://schemas.microsoft.com/office/drawing/2014/main" id="{365CA044-78F2-4C87-A614-B30142DCEA87}"/>
              </a:ext>
            </a:extLst>
          </p:cNvPr>
          <p:cNvSpPr/>
          <p:nvPr/>
        </p:nvSpPr>
        <p:spPr>
          <a:xfrm>
            <a:off x="1562658" y="3408039"/>
            <a:ext cx="9602192" cy="1407256"/>
          </a:xfrm>
          <a:prstGeom prst="wedgeRoundRectCallout">
            <a:avLst>
              <a:gd name="adj1" fmla="val -57659"/>
              <a:gd name="adj2" fmla="val 55922"/>
              <a:gd name="adj3" fmla="val 16667"/>
            </a:avLst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pt-BR" sz="1800" b="1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Acesso restrito aos Pits:</a:t>
            </a:r>
            <a:r>
              <a:rPr lang="pt-BR" sz="1800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 O trabalho com ferramentas elétricas ou montagens ativas só é permitido dentro dos </a:t>
            </a:r>
            <a:r>
              <a:rPr lang="pt-BR" sz="1800" i="1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pits</a:t>
            </a:r>
            <a:r>
              <a:rPr lang="pt-BR" sz="1800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 (boxes da equipe).</a:t>
            </a:r>
          </a:p>
          <a:p>
            <a:pPr marL="34290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pt-BR" sz="1800" b="1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Testes de Robôs:</a:t>
            </a:r>
            <a:r>
              <a:rPr lang="pt-BR" sz="18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 Quando o robô estiver energizado para testes, os mecanismos móveis devem estar travados ou apoiados em blocos fora do chão. O robô só pode ser colocado no chão para testes em áreas autorizadas ou na arena. </a:t>
            </a:r>
            <a:endParaRPr lang="pt-BR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8141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xit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2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xit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31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4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 animBg="1"/>
      <p:bldP spid="42" grpId="1" animBg="1"/>
      <p:bldP spid="44" grpId="0" animBg="1"/>
      <p:bldP spid="44" grpId="1" animBg="1"/>
      <p:bldP spid="43" grpId="0" animBg="1"/>
      <p:bldP spid="43" grpId="1" animBg="1"/>
      <p:bldP spid="45" grpId="0" animBg="1"/>
      <p:bldP spid="45" grpId="1" animBg="1"/>
      <p:bldP spid="46" grpId="0" animBg="1"/>
      <p:bldP spid="46" grpId="1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4" descr="FIRST Brand and Logo Files | FIRST">
            <a:extLst>
              <a:ext uri="{FF2B5EF4-FFF2-40B4-BE49-F238E27FC236}">
                <a16:creationId xmlns:a16="http://schemas.microsoft.com/office/drawing/2014/main" id="{BF6A2643-6B79-F356-21C8-CE85AC8A36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7719"/>
            <a:ext cx="2114550" cy="133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Seta: para a Direita 15">
            <a:extLst>
              <a:ext uri="{FF2B5EF4-FFF2-40B4-BE49-F238E27FC236}">
                <a16:creationId xmlns:a16="http://schemas.microsoft.com/office/drawing/2014/main" id="{B5219B27-424F-452F-B860-001B6582CC09}"/>
              </a:ext>
            </a:extLst>
          </p:cNvPr>
          <p:cNvSpPr/>
          <p:nvPr/>
        </p:nvSpPr>
        <p:spPr>
          <a:xfrm>
            <a:off x="2114549" y="58368"/>
            <a:ext cx="6842135" cy="1245140"/>
          </a:xfrm>
          <a:prstGeom prst="rightArrow">
            <a:avLst>
              <a:gd name="adj1" fmla="val 50000"/>
              <a:gd name="adj2" fmla="val 86274"/>
            </a:avLst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89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32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Segurança e Normas Básicas</a:t>
            </a:r>
          </a:p>
        </p:txBody>
      </p:sp>
      <p:pic>
        <p:nvPicPr>
          <p:cNvPr id="26" name="Picture 16" descr="Lista de tarefas - ícones de arquivos e pastas grátis">
            <a:extLst>
              <a:ext uri="{FF2B5EF4-FFF2-40B4-BE49-F238E27FC236}">
                <a16:creationId xmlns:a16="http://schemas.microsoft.com/office/drawing/2014/main" id="{8E5E6EB9-C985-44C7-ACF0-348333A04A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48242" y="5183221"/>
            <a:ext cx="1674779" cy="16747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CaixaDeTexto 26">
            <a:extLst>
              <a:ext uri="{FF2B5EF4-FFF2-40B4-BE49-F238E27FC236}">
                <a16:creationId xmlns:a16="http://schemas.microsoft.com/office/drawing/2014/main" id="{7BC8F3E2-0FCD-4FE2-A4DF-9ED5CB1B3E3A}"/>
              </a:ext>
            </a:extLst>
          </p:cNvPr>
          <p:cNvSpPr txBox="1"/>
          <p:nvPr/>
        </p:nvSpPr>
        <p:spPr>
          <a:xfrm>
            <a:off x="6402036" y="5751655"/>
            <a:ext cx="3730648" cy="923330"/>
          </a:xfrm>
          <a:custGeom>
            <a:avLst/>
            <a:gdLst>
              <a:gd name="connsiteX0" fmla="*/ 0 w 3730648"/>
              <a:gd name="connsiteY0" fmla="*/ 0 h 923330"/>
              <a:gd name="connsiteX1" fmla="*/ 659081 w 3730648"/>
              <a:gd name="connsiteY1" fmla="*/ 0 h 923330"/>
              <a:gd name="connsiteX2" fmla="*/ 1280856 w 3730648"/>
              <a:gd name="connsiteY2" fmla="*/ 0 h 923330"/>
              <a:gd name="connsiteX3" fmla="*/ 1865324 w 3730648"/>
              <a:gd name="connsiteY3" fmla="*/ 0 h 923330"/>
              <a:gd name="connsiteX4" fmla="*/ 2375179 w 3730648"/>
              <a:gd name="connsiteY4" fmla="*/ 0 h 923330"/>
              <a:gd name="connsiteX5" fmla="*/ 2922341 w 3730648"/>
              <a:gd name="connsiteY5" fmla="*/ 0 h 923330"/>
              <a:gd name="connsiteX6" fmla="*/ 3730648 w 3730648"/>
              <a:gd name="connsiteY6" fmla="*/ 0 h 923330"/>
              <a:gd name="connsiteX7" fmla="*/ 3730648 w 3730648"/>
              <a:gd name="connsiteY7" fmla="*/ 461665 h 923330"/>
              <a:gd name="connsiteX8" fmla="*/ 3730648 w 3730648"/>
              <a:gd name="connsiteY8" fmla="*/ 923330 h 923330"/>
              <a:gd name="connsiteX9" fmla="*/ 3071567 w 3730648"/>
              <a:gd name="connsiteY9" fmla="*/ 923330 h 923330"/>
              <a:gd name="connsiteX10" fmla="*/ 2412486 w 3730648"/>
              <a:gd name="connsiteY10" fmla="*/ 923330 h 923330"/>
              <a:gd name="connsiteX11" fmla="*/ 1716098 w 3730648"/>
              <a:gd name="connsiteY11" fmla="*/ 923330 h 923330"/>
              <a:gd name="connsiteX12" fmla="*/ 1057017 w 3730648"/>
              <a:gd name="connsiteY12" fmla="*/ 923330 h 923330"/>
              <a:gd name="connsiteX13" fmla="*/ 0 w 3730648"/>
              <a:gd name="connsiteY13" fmla="*/ 923330 h 923330"/>
              <a:gd name="connsiteX14" fmla="*/ 0 w 3730648"/>
              <a:gd name="connsiteY14" fmla="*/ 480132 h 923330"/>
              <a:gd name="connsiteX15" fmla="*/ 0 w 3730648"/>
              <a:gd name="connsiteY15" fmla="*/ 0 h 9233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730648" h="923330" extrusionOk="0">
                <a:moveTo>
                  <a:pt x="0" y="0"/>
                </a:moveTo>
                <a:cubicBezTo>
                  <a:pt x="283956" y="16276"/>
                  <a:pt x="465258" y="5961"/>
                  <a:pt x="659081" y="0"/>
                </a:cubicBezTo>
                <a:cubicBezTo>
                  <a:pt x="852904" y="-5961"/>
                  <a:pt x="983345" y="27532"/>
                  <a:pt x="1280856" y="0"/>
                </a:cubicBezTo>
                <a:cubicBezTo>
                  <a:pt x="1578368" y="-27532"/>
                  <a:pt x="1598240" y="26777"/>
                  <a:pt x="1865324" y="0"/>
                </a:cubicBezTo>
                <a:cubicBezTo>
                  <a:pt x="2132408" y="-26777"/>
                  <a:pt x="2133765" y="-13110"/>
                  <a:pt x="2375179" y="0"/>
                </a:cubicBezTo>
                <a:cubicBezTo>
                  <a:pt x="2616594" y="13110"/>
                  <a:pt x="2690581" y="3282"/>
                  <a:pt x="2922341" y="0"/>
                </a:cubicBezTo>
                <a:cubicBezTo>
                  <a:pt x="3154101" y="-3282"/>
                  <a:pt x="3531990" y="-17482"/>
                  <a:pt x="3730648" y="0"/>
                </a:cubicBezTo>
                <a:cubicBezTo>
                  <a:pt x="3737004" y="174881"/>
                  <a:pt x="3740549" y="275509"/>
                  <a:pt x="3730648" y="461665"/>
                </a:cubicBezTo>
                <a:cubicBezTo>
                  <a:pt x="3720747" y="647821"/>
                  <a:pt x="3725163" y="821670"/>
                  <a:pt x="3730648" y="923330"/>
                </a:cubicBezTo>
                <a:cubicBezTo>
                  <a:pt x="3504959" y="902338"/>
                  <a:pt x="3341324" y="940698"/>
                  <a:pt x="3071567" y="923330"/>
                </a:cubicBezTo>
                <a:cubicBezTo>
                  <a:pt x="2801810" y="905962"/>
                  <a:pt x="2721442" y="924940"/>
                  <a:pt x="2412486" y="923330"/>
                </a:cubicBezTo>
                <a:cubicBezTo>
                  <a:pt x="2103530" y="921720"/>
                  <a:pt x="2015302" y="912740"/>
                  <a:pt x="1716098" y="923330"/>
                </a:cubicBezTo>
                <a:cubicBezTo>
                  <a:pt x="1416894" y="933920"/>
                  <a:pt x="1199218" y="897113"/>
                  <a:pt x="1057017" y="923330"/>
                </a:cubicBezTo>
                <a:cubicBezTo>
                  <a:pt x="914816" y="949547"/>
                  <a:pt x="288342" y="903855"/>
                  <a:pt x="0" y="923330"/>
                </a:cubicBezTo>
                <a:cubicBezTo>
                  <a:pt x="19115" y="746379"/>
                  <a:pt x="-6647" y="660975"/>
                  <a:pt x="0" y="480132"/>
                </a:cubicBezTo>
                <a:cubicBezTo>
                  <a:pt x="6647" y="299289"/>
                  <a:pt x="7802" y="141836"/>
                  <a:pt x="0" y="0"/>
                </a:cubicBezTo>
                <a:close/>
              </a:path>
            </a:pathLst>
          </a:custGeom>
          <a:noFill/>
          <a:ln w="28575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2980694335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just"/>
            <a:r>
              <a:rPr lang="pt-BR" b="1" i="1" u="sng" dirty="0"/>
              <a:t>Tarefa Continua – Computador:</a:t>
            </a:r>
          </a:p>
          <a:p>
            <a:pPr algn="just"/>
            <a:r>
              <a:rPr lang="pt-BR" dirty="0"/>
              <a:t>Atualização do Engineering Notebook.</a:t>
            </a:r>
          </a:p>
        </p:txBody>
      </p:sp>
      <p:grpSp>
        <p:nvGrpSpPr>
          <p:cNvPr id="11" name="Agrupar 10">
            <a:extLst>
              <a:ext uri="{FF2B5EF4-FFF2-40B4-BE49-F238E27FC236}">
                <a16:creationId xmlns:a16="http://schemas.microsoft.com/office/drawing/2014/main" id="{6C742A8F-E1D4-44C9-9D7C-65EE2A1B439A}"/>
              </a:ext>
            </a:extLst>
          </p:cNvPr>
          <p:cNvGrpSpPr/>
          <p:nvPr/>
        </p:nvGrpSpPr>
        <p:grpSpPr>
          <a:xfrm>
            <a:off x="8956684" y="132080"/>
            <a:ext cx="3143876" cy="1103333"/>
            <a:chOff x="8956684" y="132080"/>
            <a:chExt cx="3143876" cy="1103333"/>
          </a:xfrm>
        </p:grpSpPr>
        <p:grpSp>
          <p:nvGrpSpPr>
            <p:cNvPr id="29" name="Agrupar 28">
              <a:extLst>
                <a:ext uri="{FF2B5EF4-FFF2-40B4-BE49-F238E27FC236}">
                  <a16:creationId xmlns:a16="http://schemas.microsoft.com/office/drawing/2014/main" id="{4D5D6F33-ED2F-4A03-9511-7F4760D16025}"/>
                </a:ext>
              </a:extLst>
            </p:cNvPr>
            <p:cNvGrpSpPr/>
            <p:nvPr/>
          </p:nvGrpSpPr>
          <p:grpSpPr>
            <a:xfrm>
              <a:off x="8956684" y="132080"/>
              <a:ext cx="3143876" cy="1103333"/>
              <a:chOff x="8956684" y="132080"/>
              <a:chExt cx="3143876" cy="1103333"/>
            </a:xfrm>
          </p:grpSpPr>
          <p:sp>
            <p:nvSpPr>
              <p:cNvPr id="30" name="Retângulo 29">
                <a:extLst>
                  <a:ext uri="{FF2B5EF4-FFF2-40B4-BE49-F238E27FC236}">
                    <a16:creationId xmlns:a16="http://schemas.microsoft.com/office/drawing/2014/main" id="{BC544DAF-786B-4B31-91B4-E36CF34D3038}"/>
                  </a:ext>
                </a:extLst>
              </p:cNvPr>
              <p:cNvSpPr/>
              <p:nvPr/>
            </p:nvSpPr>
            <p:spPr>
              <a:xfrm>
                <a:off x="9007810" y="132080"/>
                <a:ext cx="3092750" cy="1103333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" name="CaixaDeTexto 32">
                <a:extLst>
                  <a:ext uri="{FF2B5EF4-FFF2-40B4-BE49-F238E27FC236}">
                    <a16:creationId xmlns:a16="http://schemas.microsoft.com/office/drawing/2014/main" id="{609FA241-63A1-4834-8FA6-E317280E86E0}"/>
                  </a:ext>
                </a:extLst>
              </p:cNvPr>
              <p:cNvSpPr txBox="1"/>
              <p:nvPr/>
            </p:nvSpPr>
            <p:spPr>
              <a:xfrm>
                <a:off x="8956684" y="295177"/>
                <a:ext cx="2205367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4400" b="1" dirty="0">
                    <a:latin typeface="Arial Rounded MT Bold" panose="020F0704030504030204" pitchFamily="34" charset="0"/>
                    <a:cs typeface="Aharoni" panose="02010803020104030203" pitchFamily="2" charset="-79"/>
                  </a:rPr>
                  <a:t>AULA 9</a:t>
                </a:r>
              </a:p>
            </p:txBody>
          </p:sp>
        </p:grpSp>
        <p:pic>
          <p:nvPicPr>
            <p:cNvPr id="34" name="Picture 20" descr="Sala de aula - ícones de pessoas grátis">
              <a:extLst>
                <a:ext uri="{FF2B5EF4-FFF2-40B4-BE49-F238E27FC236}">
                  <a16:creationId xmlns:a16="http://schemas.microsoft.com/office/drawing/2014/main" id="{D9270CB1-7270-4F25-84E5-C9624C649AE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72823" y="248871"/>
              <a:ext cx="846228" cy="84622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F09C9237-37B6-4405-86EB-3E2A75061728}"/>
              </a:ext>
            </a:extLst>
          </p:cNvPr>
          <p:cNvSpPr txBox="1"/>
          <p:nvPr/>
        </p:nvSpPr>
        <p:spPr>
          <a:xfrm>
            <a:off x="1023949" y="1622047"/>
            <a:ext cx="33245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A quem se aplica?</a:t>
            </a:r>
          </a:p>
        </p:txBody>
      </p:sp>
      <p:pic>
        <p:nvPicPr>
          <p:cNvPr id="1026" name="Picture 2" descr="Pessoas - ícones de pessoas grátis">
            <a:extLst>
              <a:ext uri="{FF2B5EF4-FFF2-40B4-BE49-F238E27FC236}">
                <a16:creationId xmlns:a16="http://schemas.microsoft.com/office/drawing/2014/main" id="{5702FCA4-FDE9-4608-B1DE-E4BB0EFEBD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834" y="1455155"/>
            <a:ext cx="703115" cy="703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EPI: Sete coisas que todo micro e pequeno empresário deve saber">
            <a:extLst>
              <a:ext uri="{FF2B5EF4-FFF2-40B4-BE49-F238E27FC236}">
                <a16:creationId xmlns:a16="http://schemas.microsoft.com/office/drawing/2014/main" id="{170DFA78-224B-4AF2-8155-B19DAB60B8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833" y="2215080"/>
            <a:ext cx="703116" cy="7031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CaixaDeTexto 34">
            <a:extLst>
              <a:ext uri="{FF2B5EF4-FFF2-40B4-BE49-F238E27FC236}">
                <a16:creationId xmlns:a16="http://schemas.microsoft.com/office/drawing/2014/main" id="{43F454A7-E331-43D4-BBD3-8B94AC6513DA}"/>
              </a:ext>
            </a:extLst>
          </p:cNvPr>
          <p:cNvSpPr txBox="1"/>
          <p:nvPr/>
        </p:nvSpPr>
        <p:spPr>
          <a:xfrm>
            <a:off x="1023948" y="2327445"/>
            <a:ext cx="5589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EPIs (Equipamento de Proteção Individual)</a:t>
            </a:r>
          </a:p>
        </p:txBody>
      </p:sp>
      <p:pic>
        <p:nvPicPr>
          <p:cNvPr id="3" name="Picture 6" descr="Robô agv - ícones de transporte grátis">
            <a:extLst>
              <a:ext uri="{FF2B5EF4-FFF2-40B4-BE49-F238E27FC236}">
                <a16:creationId xmlns:a16="http://schemas.microsoft.com/office/drawing/2014/main" id="{17B8B8DB-98AA-492D-879C-BD4239F78E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833" y="3018395"/>
            <a:ext cx="703116" cy="7031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CaixaDeTexto 35">
            <a:extLst>
              <a:ext uri="{FF2B5EF4-FFF2-40B4-BE49-F238E27FC236}">
                <a16:creationId xmlns:a16="http://schemas.microsoft.com/office/drawing/2014/main" id="{38182E02-9FBA-4BE1-B3B4-27950F3B1BE8}"/>
              </a:ext>
            </a:extLst>
          </p:cNvPr>
          <p:cNvSpPr txBox="1"/>
          <p:nvPr/>
        </p:nvSpPr>
        <p:spPr>
          <a:xfrm>
            <a:off x="1023949" y="3162324"/>
            <a:ext cx="37306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Manuseio e transporte do Robô</a:t>
            </a:r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3DFD8ACB-CE6B-4047-BCF9-6F10EA73207A}"/>
              </a:ext>
            </a:extLst>
          </p:cNvPr>
          <p:cNvSpPr txBox="1"/>
          <p:nvPr/>
        </p:nvSpPr>
        <p:spPr>
          <a:xfrm>
            <a:off x="1023949" y="3996460"/>
            <a:ext cx="37306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Bateria</a:t>
            </a:r>
          </a:p>
        </p:txBody>
      </p:sp>
      <p:pic>
        <p:nvPicPr>
          <p:cNvPr id="4" name="Picture 8" descr="Bateria de carro - ícones de eletrônicos grátis">
            <a:extLst>
              <a:ext uri="{FF2B5EF4-FFF2-40B4-BE49-F238E27FC236}">
                <a16:creationId xmlns:a16="http://schemas.microsoft.com/office/drawing/2014/main" id="{3133D9B5-D60B-4CDF-BB88-2BFA7B3B5A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833" y="3818466"/>
            <a:ext cx="703116" cy="7031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Código de conduta - ícones de negócios e finanças grátis">
            <a:extLst>
              <a:ext uri="{FF2B5EF4-FFF2-40B4-BE49-F238E27FC236}">
                <a16:creationId xmlns:a16="http://schemas.microsoft.com/office/drawing/2014/main" id="{F41452BF-82D9-402B-A463-7E9DF5AB05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979" y="4603119"/>
            <a:ext cx="806824" cy="806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" name="CaixaDeTexto 40">
            <a:extLst>
              <a:ext uri="{FF2B5EF4-FFF2-40B4-BE49-F238E27FC236}">
                <a16:creationId xmlns:a16="http://schemas.microsoft.com/office/drawing/2014/main" id="{A52193D2-010A-4AA5-9804-11A77AE789C8}"/>
              </a:ext>
            </a:extLst>
          </p:cNvPr>
          <p:cNvSpPr txBox="1"/>
          <p:nvPr/>
        </p:nvSpPr>
        <p:spPr>
          <a:xfrm>
            <a:off x="1023949" y="4821865"/>
            <a:ext cx="39737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Conduta na área de competição</a:t>
            </a:r>
          </a:p>
        </p:txBody>
      </p:sp>
      <p:sp>
        <p:nvSpPr>
          <p:cNvPr id="47" name="CaixaDeTexto 46">
            <a:extLst>
              <a:ext uri="{FF2B5EF4-FFF2-40B4-BE49-F238E27FC236}">
                <a16:creationId xmlns:a16="http://schemas.microsoft.com/office/drawing/2014/main" id="{2382E1E1-05C5-4D41-8839-B0EF9BFF5947}"/>
              </a:ext>
            </a:extLst>
          </p:cNvPr>
          <p:cNvSpPr txBox="1"/>
          <p:nvPr/>
        </p:nvSpPr>
        <p:spPr>
          <a:xfrm>
            <a:off x="320833" y="5493148"/>
            <a:ext cx="5227523" cy="1200329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  <a:extLst>
              <a:ext uri="{C807C97D-BFC1-408E-A445-0C87EB9F89A2}">
                <ask:lineSketchStyleProps xmlns:ask="http://schemas.microsoft.com/office/drawing/2018/sketchyshapes" sd="2980694335">
                  <a:custGeom>
                    <a:avLst/>
                    <a:gdLst>
                      <a:gd name="connsiteX0" fmla="*/ 0 w 5227523"/>
                      <a:gd name="connsiteY0" fmla="*/ 0 h 1200329"/>
                      <a:gd name="connsiteX1" fmla="*/ 705716 w 5227523"/>
                      <a:gd name="connsiteY1" fmla="*/ 0 h 1200329"/>
                      <a:gd name="connsiteX2" fmla="*/ 1359156 w 5227523"/>
                      <a:gd name="connsiteY2" fmla="*/ 0 h 1200329"/>
                      <a:gd name="connsiteX3" fmla="*/ 1960321 w 5227523"/>
                      <a:gd name="connsiteY3" fmla="*/ 0 h 1200329"/>
                      <a:gd name="connsiteX4" fmla="*/ 2456936 w 5227523"/>
                      <a:gd name="connsiteY4" fmla="*/ 0 h 1200329"/>
                      <a:gd name="connsiteX5" fmla="*/ 3005826 w 5227523"/>
                      <a:gd name="connsiteY5" fmla="*/ 0 h 1200329"/>
                      <a:gd name="connsiteX6" fmla="*/ 3711541 w 5227523"/>
                      <a:gd name="connsiteY6" fmla="*/ 0 h 1200329"/>
                      <a:gd name="connsiteX7" fmla="*/ 4364982 w 5227523"/>
                      <a:gd name="connsiteY7" fmla="*/ 0 h 1200329"/>
                      <a:gd name="connsiteX8" fmla="*/ 5227523 w 5227523"/>
                      <a:gd name="connsiteY8" fmla="*/ 0 h 1200329"/>
                      <a:gd name="connsiteX9" fmla="*/ 5227523 w 5227523"/>
                      <a:gd name="connsiteY9" fmla="*/ 612168 h 1200329"/>
                      <a:gd name="connsiteX10" fmla="*/ 5227523 w 5227523"/>
                      <a:gd name="connsiteY10" fmla="*/ 1200329 h 1200329"/>
                      <a:gd name="connsiteX11" fmla="*/ 4678633 w 5227523"/>
                      <a:gd name="connsiteY11" fmla="*/ 1200329 h 1200329"/>
                      <a:gd name="connsiteX12" fmla="*/ 3972917 w 5227523"/>
                      <a:gd name="connsiteY12" fmla="*/ 1200329 h 1200329"/>
                      <a:gd name="connsiteX13" fmla="*/ 3267202 w 5227523"/>
                      <a:gd name="connsiteY13" fmla="*/ 1200329 h 1200329"/>
                      <a:gd name="connsiteX14" fmla="*/ 2718312 w 5227523"/>
                      <a:gd name="connsiteY14" fmla="*/ 1200329 h 1200329"/>
                      <a:gd name="connsiteX15" fmla="*/ 2012596 w 5227523"/>
                      <a:gd name="connsiteY15" fmla="*/ 1200329 h 1200329"/>
                      <a:gd name="connsiteX16" fmla="*/ 1411431 w 5227523"/>
                      <a:gd name="connsiteY16" fmla="*/ 1200329 h 1200329"/>
                      <a:gd name="connsiteX17" fmla="*/ 757991 w 5227523"/>
                      <a:gd name="connsiteY17" fmla="*/ 1200329 h 1200329"/>
                      <a:gd name="connsiteX18" fmla="*/ 0 w 5227523"/>
                      <a:gd name="connsiteY18" fmla="*/ 1200329 h 1200329"/>
                      <a:gd name="connsiteX19" fmla="*/ 0 w 5227523"/>
                      <a:gd name="connsiteY19" fmla="*/ 576158 h 1200329"/>
                      <a:gd name="connsiteX20" fmla="*/ 0 w 5227523"/>
                      <a:gd name="connsiteY20" fmla="*/ 0 h 120032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</a:cxnLst>
                    <a:rect l="l" t="t" r="r" b="b"/>
                    <a:pathLst>
                      <a:path w="5227523" h="1200329" extrusionOk="0">
                        <a:moveTo>
                          <a:pt x="0" y="0"/>
                        </a:moveTo>
                        <a:cubicBezTo>
                          <a:pt x="265600" y="2042"/>
                          <a:pt x="381992" y="20067"/>
                          <a:pt x="705716" y="0"/>
                        </a:cubicBezTo>
                        <a:cubicBezTo>
                          <a:pt x="1029440" y="-20067"/>
                          <a:pt x="1193572" y="-21475"/>
                          <a:pt x="1359156" y="0"/>
                        </a:cubicBezTo>
                        <a:cubicBezTo>
                          <a:pt x="1524740" y="21475"/>
                          <a:pt x="1698691" y="27195"/>
                          <a:pt x="1960321" y="0"/>
                        </a:cubicBezTo>
                        <a:cubicBezTo>
                          <a:pt x="2221951" y="-27195"/>
                          <a:pt x="2245248" y="-6345"/>
                          <a:pt x="2456936" y="0"/>
                        </a:cubicBezTo>
                        <a:cubicBezTo>
                          <a:pt x="2668625" y="6345"/>
                          <a:pt x="2741392" y="-19271"/>
                          <a:pt x="3005826" y="0"/>
                        </a:cubicBezTo>
                        <a:cubicBezTo>
                          <a:pt x="3270260" y="19271"/>
                          <a:pt x="3507177" y="-15872"/>
                          <a:pt x="3711541" y="0"/>
                        </a:cubicBezTo>
                        <a:cubicBezTo>
                          <a:pt x="3915906" y="15872"/>
                          <a:pt x="4204904" y="-7788"/>
                          <a:pt x="4364982" y="0"/>
                        </a:cubicBezTo>
                        <a:cubicBezTo>
                          <a:pt x="4525060" y="7788"/>
                          <a:pt x="4966832" y="12246"/>
                          <a:pt x="5227523" y="0"/>
                        </a:cubicBezTo>
                        <a:cubicBezTo>
                          <a:pt x="5220672" y="256801"/>
                          <a:pt x="5225769" y="448985"/>
                          <a:pt x="5227523" y="612168"/>
                        </a:cubicBezTo>
                        <a:cubicBezTo>
                          <a:pt x="5229277" y="775351"/>
                          <a:pt x="5249736" y="918050"/>
                          <a:pt x="5227523" y="1200329"/>
                        </a:cubicBezTo>
                        <a:cubicBezTo>
                          <a:pt x="4982188" y="1226336"/>
                          <a:pt x="4798087" y="1217529"/>
                          <a:pt x="4678633" y="1200329"/>
                        </a:cubicBezTo>
                        <a:cubicBezTo>
                          <a:pt x="4559179" y="1183130"/>
                          <a:pt x="4208849" y="1192580"/>
                          <a:pt x="3972917" y="1200329"/>
                        </a:cubicBezTo>
                        <a:cubicBezTo>
                          <a:pt x="3736985" y="1208078"/>
                          <a:pt x="3584806" y="1224889"/>
                          <a:pt x="3267202" y="1200329"/>
                        </a:cubicBezTo>
                        <a:cubicBezTo>
                          <a:pt x="2949599" y="1175769"/>
                          <a:pt x="2881697" y="1213977"/>
                          <a:pt x="2718312" y="1200329"/>
                        </a:cubicBezTo>
                        <a:cubicBezTo>
                          <a:pt x="2554927" y="1186682"/>
                          <a:pt x="2348722" y="1167446"/>
                          <a:pt x="2012596" y="1200329"/>
                        </a:cubicBezTo>
                        <a:cubicBezTo>
                          <a:pt x="1676470" y="1233212"/>
                          <a:pt x="1673536" y="1188612"/>
                          <a:pt x="1411431" y="1200329"/>
                        </a:cubicBezTo>
                        <a:cubicBezTo>
                          <a:pt x="1149327" y="1212046"/>
                          <a:pt x="910778" y="1230546"/>
                          <a:pt x="757991" y="1200329"/>
                        </a:cubicBezTo>
                        <a:cubicBezTo>
                          <a:pt x="605204" y="1170112"/>
                          <a:pt x="268186" y="1185259"/>
                          <a:pt x="0" y="1200329"/>
                        </a:cubicBezTo>
                        <a:cubicBezTo>
                          <a:pt x="-26917" y="935139"/>
                          <a:pt x="-28229" y="701973"/>
                          <a:pt x="0" y="576158"/>
                        </a:cubicBezTo>
                        <a:cubicBezTo>
                          <a:pt x="28229" y="450343"/>
                          <a:pt x="-2920" y="194017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just"/>
            <a:r>
              <a:rPr lang="pt-BR" b="1" i="1" u="sng" dirty="0">
                <a:solidFill>
                  <a:srgbClr val="FF0000"/>
                </a:solidFill>
              </a:rPr>
              <a:t>IMPORTANTE</a:t>
            </a:r>
            <a:r>
              <a:rPr lang="pt-BR" b="1" i="1" u="sng" dirty="0"/>
              <a:t>:</a:t>
            </a:r>
          </a:p>
          <a:p>
            <a:pPr algn="just"/>
            <a:r>
              <a:rPr lang="pt-BR" dirty="0"/>
              <a:t>A partir desde momento, todas as regras de segurança listadas acima deverão ser seguidas a risca.</a:t>
            </a:r>
          </a:p>
        </p:txBody>
      </p:sp>
      <p:sp>
        <p:nvSpPr>
          <p:cNvPr id="48" name="CaixaDeTexto 47">
            <a:extLst>
              <a:ext uri="{FF2B5EF4-FFF2-40B4-BE49-F238E27FC236}">
                <a16:creationId xmlns:a16="http://schemas.microsoft.com/office/drawing/2014/main" id="{25CA9BEC-E655-4A27-9584-26DA9C1392DA}"/>
              </a:ext>
            </a:extLst>
          </p:cNvPr>
          <p:cNvSpPr txBox="1"/>
          <p:nvPr/>
        </p:nvSpPr>
        <p:spPr>
          <a:xfrm>
            <a:off x="7706459" y="2672408"/>
            <a:ext cx="20571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SAFETY CAPTAIN</a:t>
            </a:r>
          </a:p>
        </p:txBody>
      </p:sp>
      <p:pic>
        <p:nvPicPr>
          <p:cNvPr id="1036" name="Picture 12" descr="Segurança do trabalho - ícones de segurança grátis">
            <a:extLst>
              <a:ext uri="{FF2B5EF4-FFF2-40B4-BE49-F238E27FC236}">
                <a16:creationId xmlns:a16="http://schemas.microsoft.com/office/drawing/2014/main" id="{92B68E75-FD09-46B6-A8CA-5171BA50B1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27273" y="2309875"/>
            <a:ext cx="1340087" cy="13400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Balão de Fala: Retângulo com Cantos Arredondados 24">
            <a:extLst>
              <a:ext uri="{FF2B5EF4-FFF2-40B4-BE49-F238E27FC236}">
                <a16:creationId xmlns:a16="http://schemas.microsoft.com/office/drawing/2014/main" id="{E3FD7AF7-6743-416F-9A29-88D9FA07A51D}"/>
              </a:ext>
            </a:extLst>
          </p:cNvPr>
          <p:cNvSpPr/>
          <p:nvPr/>
        </p:nvSpPr>
        <p:spPr>
          <a:xfrm>
            <a:off x="1075803" y="3381608"/>
            <a:ext cx="6710452" cy="2083195"/>
          </a:xfrm>
          <a:prstGeom prst="wedgeRoundRectCallout">
            <a:avLst>
              <a:gd name="adj1" fmla="val 41426"/>
              <a:gd name="adj2" fmla="val -71534"/>
              <a:gd name="adj3" fmla="val 16667"/>
            </a:avLst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just">
              <a:buSzPts val="1000"/>
              <a:tabLst>
                <a:tab pos="457200" algn="l"/>
              </a:tabLst>
            </a:pPr>
            <a:r>
              <a:rPr lang="pt-BR" dirty="0"/>
              <a:t>O </a:t>
            </a:r>
            <a:r>
              <a:rPr lang="pt-BR" b="1" dirty="0" err="1"/>
              <a:t>Safety</a:t>
            </a:r>
            <a:r>
              <a:rPr lang="pt-BR" b="1" dirty="0"/>
              <a:t> </a:t>
            </a:r>
            <a:r>
              <a:rPr lang="pt-BR" b="1" dirty="0" err="1"/>
              <a:t>Captain</a:t>
            </a:r>
            <a:r>
              <a:rPr lang="pt-BR" dirty="0"/>
              <a:t> é o membro da equipe responsável por promover e monitorar a cultura de segurança dentro da equipe FRC. Ele não é apenas alguém que verifica o uso de óculos de proteção; sua função é ajudar a garantir que todos trabalhem de forma segura durante a construção do robô, nos testes, nos pits e durante as competições.</a:t>
            </a:r>
            <a:endParaRPr lang="pt-BR" sz="1800" dirty="0">
              <a:effectLst/>
              <a:latin typeface="Arial" panose="020B0604020202020204" pitchFamily="34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84078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5" grpId="1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4" descr="FIRST Brand and Logo Files | FIRST">
            <a:extLst>
              <a:ext uri="{FF2B5EF4-FFF2-40B4-BE49-F238E27FC236}">
                <a16:creationId xmlns:a16="http://schemas.microsoft.com/office/drawing/2014/main" id="{BF6A2643-6B79-F356-21C8-CE85AC8A36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7719"/>
            <a:ext cx="2114550" cy="133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Seta: para a Direita 15">
            <a:extLst>
              <a:ext uri="{FF2B5EF4-FFF2-40B4-BE49-F238E27FC236}">
                <a16:creationId xmlns:a16="http://schemas.microsoft.com/office/drawing/2014/main" id="{B5219B27-424F-452F-B860-001B6582CC09}"/>
              </a:ext>
            </a:extLst>
          </p:cNvPr>
          <p:cNvSpPr/>
          <p:nvPr/>
        </p:nvSpPr>
        <p:spPr>
          <a:xfrm>
            <a:off x="2114549" y="58368"/>
            <a:ext cx="6842135" cy="1245140"/>
          </a:xfrm>
          <a:prstGeom prst="rightArrow">
            <a:avLst>
              <a:gd name="adj1" fmla="val 50000"/>
              <a:gd name="adj2" fmla="val 86274"/>
            </a:avLst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89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32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Desenvolvimento pessoal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F09C9237-37B6-4405-86EB-3E2A75061728}"/>
              </a:ext>
            </a:extLst>
          </p:cNvPr>
          <p:cNvSpPr txBox="1"/>
          <p:nvPr/>
        </p:nvSpPr>
        <p:spPr>
          <a:xfrm>
            <a:off x="1868773" y="3041812"/>
            <a:ext cx="30241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REUNIÕES &amp; NETWORKING </a:t>
            </a:r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43F454A7-E331-43D4-BBD3-8B94AC6513DA}"/>
              </a:ext>
            </a:extLst>
          </p:cNvPr>
          <p:cNvSpPr txBox="1"/>
          <p:nvPr/>
        </p:nvSpPr>
        <p:spPr>
          <a:xfrm>
            <a:off x="1497317" y="4827953"/>
            <a:ext cx="38263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GERENCIAMENTO DE CONFLITOS</a:t>
            </a:r>
          </a:p>
        </p:txBody>
      </p:sp>
      <p:sp>
        <p:nvSpPr>
          <p:cNvPr id="36" name="CaixaDeTexto 35">
            <a:extLst>
              <a:ext uri="{FF2B5EF4-FFF2-40B4-BE49-F238E27FC236}">
                <a16:creationId xmlns:a16="http://schemas.microsoft.com/office/drawing/2014/main" id="{38182E02-9FBA-4BE1-B3B4-27950F3B1BE8}"/>
              </a:ext>
            </a:extLst>
          </p:cNvPr>
          <p:cNvSpPr txBox="1"/>
          <p:nvPr/>
        </p:nvSpPr>
        <p:spPr>
          <a:xfrm>
            <a:off x="7299034" y="3041812"/>
            <a:ext cx="37306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MENTALIDADE DE CRESCIMENTO</a:t>
            </a:r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3DFD8ACB-CE6B-4047-BCF9-6F10EA73207A}"/>
              </a:ext>
            </a:extLst>
          </p:cNvPr>
          <p:cNvSpPr txBox="1"/>
          <p:nvPr/>
        </p:nvSpPr>
        <p:spPr>
          <a:xfrm>
            <a:off x="6828399" y="4853587"/>
            <a:ext cx="48898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PERSISTÊNCIA, RESILIÊNCIA E FLEXIBILIDADE</a:t>
            </a:r>
          </a:p>
        </p:txBody>
      </p:sp>
      <p:grpSp>
        <p:nvGrpSpPr>
          <p:cNvPr id="25" name="Agrupar 24">
            <a:extLst>
              <a:ext uri="{FF2B5EF4-FFF2-40B4-BE49-F238E27FC236}">
                <a16:creationId xmlns:a16="http://schemas.microsoft.com/office/drawing/2014/main" id="{39D9F5AC-B10A-48F3-9754-4F5533EB58BE}"/>
              </a:ext>
            </a:extLst>
          </p:cNvPr>
          <p:cNvGrpSpPr/>
          <p:nvPr/>
        </p:nvGrpSpPr>
        <p:grpSpPr>
          <a:xfrm>
            <a:off x="9007810" y="36566"/>
            <a:ext cx="3092750" cy="1446550"/>
            <a:chOff x="9007810" y="36566"/>
            <a:chExt cx="3092750" cy="1446550"/>
          </a:xfrm>
        </p:grpSpPr>
        <p:grpSp>
          <p:nvGrpSpPr>
            <p:cNvPr id="28" name="Agrupar 27">
              <a:extLst>
                <a:ext uri="{FF2B5EF4-FFF2-40B4-BE49-F238E27FC236}">
                  <a16:creationId xmlns:a16="http://schemas.microsoft.com/office/drawing/2014/main" id="{D649970E-ACB0-4A1F-81C2-B39F9EA9390E}"/>
                </a:ext>
              </a:extLst>
            </p:cNvPr>
            <p:cNvGrpSpPr/>
            <p:nvPr/>
          </p:nvGrpSpPr>
          <p:grpSpPr>
            <a:xfrm>
              <a:off x="9007810" y="36566"/>
              <a:ext cx="3092750" cy="1446550"/>
              <a:chOff x="9007810" y="36566"/>
              <a:chExt cx="3092750" cy="1446550"/>
            </a:xfrm>
          </p:grpSpPr>
          <p:sp>
            <p:nvSpPr>
              <p:cNvPr id="32" name="Retângulo 31">
                <a:extLst>
                  <a:ext uri="{FF2B5EF4-FFF2-40B4-BE49-F238E27FC236}">
                    <a16:creationId xmlns:a16="http://schemas.microsoft.com/office/drawing/2014/main" id="{AB3AA92E-DA78-47C1-9F1D-6E0D24B54C98}"/>
                  </a:ext>
                </a:extLst>
              </p:cNvPr>
              <p:cNvSpPr/>
              <p:nvPr/>
            </p:nvSpPr>
            <p:spPr>
              <a:xfrm>
                <a:off x="9007810" y="132080"/>
                <a:ext cx="3092750" cy="124514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8" name="CaixaDeTexto 37">
                <a:extLst>
                  <a:ext uri="{FF2B5EF4-FFF2-40B4-BE49-F238E27FC236}">
                    <a16:creationId xmlns:a16="http://schemas.microsoft.com/office/drawing/2014/main" id="{A36B8084-FAA9-4C9F-99C3-322C444EE961}"/>
                  </a:ext>
                </a:extLst>
              </p:cNvPr>
              <p:cNvSpPr txBox="1"/>
              <p:nvPr/>
            </p:nvSpPr>
            <p:spPr>
              <a:xfrm>
                <a:off x="9049044" y="36566"/>
                <a:ext cx="2123779" cy="144655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4400" b="1" dirty="0">
                    <a:latin typeface="Arial Rounded MT Bold" panose="020F0704030504030204" pitchFamily="34" charset="0"/>
                    <a:cs typeface="Aharoni" panose="02010803020104030203" pitchFamily="2" charset="-79"/>
                  </a:rPr>
                  <a:t>AULA</a:t>
                </a:r>
              </a:p>
              <a:p>
                <a:pPr algn="ctr"/>
                <a:r>
                  <a:rPr lang="pt-BR" sz="4400" b="1" dirty="0">
                    <a:latin typeface="Arial Rounded MT Bold" panose="020F0704030504030204" pitchFamily="34" charset="0"/>
                    <a:cs typeface="Aharoni" panose="02010803020104030203" pitchFamily="2" charset="-79"/>
                  </a:rPr>
                  <a:t>10</a:t>
                </a:r>
              </a:p>
            </p:txBody>
          </p:sp>
        </p:grpSp>
        <p:pic>
          <p:nvPicPr>
            <p:cNvPr id="31" name="Picture 20" descr="Sala de aula - ícones de pessoas grátis">
              <a:extLst>
                <a:ext uri="{FF2B5EF4-FFF2-40B4-BE49-F238E27FC236}">
                  <a16:creationId xmlns:a16="http://schemas.microsoft.com/office/drawing/2014/main" id="{5C352DF4-CEBD-4B24-9FBB-2C558823AD7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72823" y="248871"/>
              <a:ext cx="846228" cy="84622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050" name="Picture 2" descr="Reunião - ícones de pessoas grátis">
            <a:extLst>
              <a:ext uri="{FF2B5EF4-FFF2-40B4-BE49-F238E27FC236}">
                <a16:creationId xmlns:a16="http://schemas.microsoft.com/office/drawing/2014/main" id="{86AF23BA-9ECF-428A-AEB9-79764CDCEE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35319" y="1885432"/>
            <a:ext cx="1073426" cy="10734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Conflito - ícones de pessoas grátis">
            <a:extLst>
              <a:ext uri="{FF2B5EF4-FFF2-40B4-BE49-F238E27FC236}">
                <a16:creationId xmlns:a16="http://schemas.microsoft.com/office/drawing/2014/main" id="{58BFFD03-EB12-4C86-911F-EE3394991D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638" y="3852505"/>
            <a:ext cx="792464" cy="7924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Mentalidade de crescimento - ícones de pessoas grátis">
            <a:extLst>
              <a:ext uri="{FF2B5EF4-FFF2-40B4-BE49-F238E27FC236}">
                <a16:creationId xmlns:a16="http://schemas.microsoft.com/office/drawing/2014/main" id="{A4ECF4AB-94AC-40A4-8B73-FE6EC796DF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96047" y="2070782"/>
            <a:ext cx="875573" cy="8755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Persistência - ícones de esportes e competição grátis">
            <a:extLst>
              <a:ext uri="{FF2B5EF4-FFF2-40B4-BE49-F238E27FC236}">
                <a16:creationId xmlns:a16="http://schemas.microsoft.com/office/drawing/2014/main" id="{FE1AE67D-6DAB-488A-913D-97D6AEE293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26099" y="3781722"/>
            <a:ext cx="876518" cy="876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Elipse 1">
            <a:extLst>
              <a:ext uri="{FF2B5EF4-FFF2-40B4-BE49-F238E27FC236}">
                <a16:creationId xmlns:a16="http://schemas.microsoft.com/office/drawing/2014/main" id="{5F3480BE-BE3C-4009-A473-68588A6D498B}"/>
              </a:ext>
            </a:extLst>
          </p:cNvPr>
          <p:cNvSpPr/>
          <p:nvPr/>
        </p:nvSpPr>
        <p:spPr>
          <a:xfrm>
            <a:off x="2830382" y="1935994"/>
            <a:ext cx="1080000" cy="1080000"/>
          </a:xfrm>
          <a:prstGeom prst="ellipse">
            <a:avLst/>
          </a:prstGeom>
          <a:noFill/>
          <a:ln>
            <a:solidFill>
              <a:schemeClr val="tx1"/>
            </a:solidFill>
            <a:prstDash val="lg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0" name="Elipse 39">
            <a:extLst>
              <a:ext uri="{FF2B5EF4-FFF2-40B4-BE49-F238E27FC236}">
                <a16:creationId xmlns:a16="http://schemas.microsoft.com/office/drawing/2014/main" id="{D8926FD7-1426-405A-800C-34295EDCE023}"/>
              </a:ext>
            </a:extLst>
          </p:cNvPr>
          <p:cNvSpPr/>
          <p:nvPr/>
        </p:nvSpPr>
        <p:spPr>
          <a:xfrm>
            <a:off x="2828745" y="3716399"/>
            <a:ext cx="1080000" cy="1080000"/>
          </a:xfrm>
          <a:prstGeom prst="ellipse">
            <a:avLst/>
          </a:prstGeom>
          <a:noFill/>
          <a:ln>
            <a:solidFill>
              <a:schemeClr val="tx1"/>
            </a:solidFill>
            <a:prstDash val="lg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2" name="Elipse 41">
            <a:extLst>
              <a:ext uri="{FF2B5EF4-FFF2-40B4-BE49-F238E27FC236}">
                <a16:creationId xmlns:a16="http://schemas.microsoft.com/office/drawing/2014/main" id="{177BB710-1E83-48CA-B095-3C81232C8A2A}"/>
              </a:ext>
            </a:extLst>
          </p:cNvPr>
          <p:cNvSpPr/>
          <p:nvPr/>
        </p:nvSpPr>
        <p:spPr>
          <a:xfrm>
            <a:off x="8616534" y="3713895"/>
            <a:ext cx="1080000" cy="1080000"/>
          </a:xfrm>
          <a:prstGeom prst="ellipse">
            <a:avLst/>
          </a:prstGeom>
          <a:noFill/>
          <a:ln>
            <a:solidFill>
              <a:schemeClr val="tx1"/>
            </a:solidFill>
            <a:prstDash val="lg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3" name="Elipse 42">
            <a:extLst>
              <a:ext uri="{FF2B5EF4-FFF2-40B4-BE49-F238E27FC236}">
                <a16:creationId xmlns:a16="http://schemas.microsoft.com/office/drawing/2014/main" id="{DAB37778-28FB-4834-A00A-DA8CB471DF91}"/>
              </a:ext>
            </a:extLst>
          </p:cNvPr>
          <p:cNvSpPr/>
          <p:nvPr/>
        </p:nvSpPr>
        <p:spPr>
          <a:xfrm>
            <a:off x="8616534" y="1992614"/>
            <a:ext cx="1080000" cy="1080000"/>
          </a:xfrm>
          <a:prstGeom prst="ellipse">
            <a:avLst/>
          </a:prstGeom>
          <a:noFill/>
          <a:ln>
            <a:solidFill>
              <a:schemeClr val="tx1"/>
            </a:solidFill>
            <a:prstDash val="lg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4" name="Balão de Fala: Retângulo 43">
            <a:extLst>
              <a:ext uri="{FF2B5EF4-FFF2-40B4-BE49-F238E27FC236}">
                <a16:creationId xmlns:a16="http://schemas.microsoft.com/office/drawing/2014/main" id="{022B23D5-9A4A-4D34-A6AA-50DD48ED53F7}"/>
              </a:ext>
            </a:extLst>
          </p:cNvPr>
          <p:cNvSpPr/>
          <p:nvPr/>
        </p:nvSpPr>
        <p:spPr>
          <a:xfrm>
            <a:off x="5077259" y="3713895"/>
            <a:ext cx="6569764" cy="1098281"/>
          </a:xfrm>
          <a:prstGeom prst="wedgeRectCallout">
            <a:avLst>
              <a:gd name="adj1" fmla="val -67527"/>
              <a:gd name="adj2" fmla="val 24454"/>
            </a:avLst>
          </a:prstGeom>
          <a:solidFill>
            <a:schemeClr val="accent3">
              <a:lumMod val="60000"/>
              <a:lumOff val="40000"/>
            </a:schemeClr>
          </a:solidFill>
          <a:ln w="28575">
            <a:solidFill>
              <a:schemeClr val="tx1"/>
            </a:solidFill>
            <a:prstDash val="lg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pt-BR" dirty="0">
                <a:solidFill>
                  <a:schemeClr val="bg1"/>
                </a:solidFill>
              </a:rPr>
              <a:t>Entender que discussões são necessárias para o desenvolvimento do time, e que criticas muita das vezes vem para melhorar e não para denegrir.</a:t>
            </a:r>
          </a:p>
        </p:txBody>
      </p:sp>
      <p:sp>
        <p:nvSpPr>
          <p:cNvPr id="5" name="Balão de Fala: Retângulo 4">
            <a:extLst>
              <a:ext uri="{FF2B5EF4-FFF2-40B4-BE49-F238E27FC236}">
                <a16:creationId xmlns:a16="http://schemas.microsoft.com/office/drawing/2014/main" id="{45FF5858-2CBE-41A7-A252-C96A00814FE5}"/>
              </a:ext>
            </a:extLst>
          </p:cNvPr>
          <p:cNvSpPr/>
          <p:nvPr/>
        </p:nvSpPr>
        <p:spPr>
          <a:xfrm>
            <a:off x="5078896" y="1483115"/>
            <a:ext cx="6569764" cy="1928029"/>
          </a:xfrm>
          <a:prstGeom prst="wedgeRectCallout">
            <a:avLst>
              <a:gd name="adj1" fmla="val -67224"/>
              <a:gd name="adj2" fmla="val 6411"/>
            </a:avLst>
          </a:prstGeom>
          <a:solidFill>
            <a:schemeClr val="accent3">
              <a:lumMod val="60000"/>
              <a:lumOff val="40000"/>
            </a:schemeClr>
          </a:solidFill>
          <a:ln w="28575">
            <a:solidFill>
              <a:schemeClr val="tx1"/>
            </a:solidFill>
            <a:prstDash val="lg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pt-BR" dirty="0">
                <a:solidFill>
                  <a:schemeClr val="bg1"/>
                </a:solidFill>
              </a:rPr>
              <a:t>Estabelecer  reuniões de alinhamento com o time, para pontuar as metas que devem ser entregues, melhorar o desempenho das atividades, mitigar as dificuldades encontradas.</a:t>
            </a:r>
          </a:p>
          <a:p>
            <a:pPr algn="just"/>
            <a:endParaRPr lang="pt-BR" dirty="0">
              <a:solidFill>
                <a:schemeClr val="bg1"/>
              </a:solidFill>
            </a:endParaRPr>
          </a:p>
          <a:p>
            <a:pPr algn="just"/>
            <a:r>
              <a:rPr lang="pt-BR" dirty="0">
                <a:solidFill>
                  <a:schemeClr val="bg1"/>
                </a:solidFill>
              </a:rPr>
              <a:t>Networking com times mais experientes, buscando melhorar processos dentro da equipe.</a:t>
            </a:r>
          </a:p>
        </p:txBody>
      </p:sp>
      <p:sp>
        <p:nvSpPr>
          <p:cNvPr id="49" name="Balão de Fala: Retângulo 48">
            <a:extLst>
              <a:ext uri="{FF2B5EF4-FFF2-40B4-BE49-F238E27FC236}">
                <a16:creationId xmlns:a16="http://schemas.microsoft.com/office/drawing/2014/main" id="{1BEEDD03-E2DF-4977-8BFA-C3FDEB889BB1}"/>
              </a:ext>
            </a:extLst>
          </p:cNvPr>
          <p:cNvSpPr/>
          <p:nvPr/>
        </p:nvSpPr>
        <p:spPr>
          <a:xfrm>
            <a:off x="441253" y="1488139"/>
            <a:ext cx="6842134" cy="1232178"/>
          </a:xfrm>
          <a:prstGeom prst="wedgeRectCallout">
            <a:avLst>
              <a:gd name="adj1" fmla="val 68207"/>
              <a:gd name="adj2" fmla="val 33187"/>
            </a:avLst>
          </a:prstGeom>
          <a:solidFill>
            <a:schemeClr val="accent3">
              <a:lumMod val="60000"/>
              <a:lumOff val="40000"/>
            </a:schemeClr>
          </a:solidFill>
          <a:ln w="28575">
            <a:solidFill>
              <a:schemeClr val="tx1"/>
            </a:solidFill>
            <a:prstDash val="lg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pt-BR" dirty="0">
                <a:solidFill>
                  <a:schemeClr val="bg1"/>
                </a:solidFill>
              </a:rPr>
              <a:t>É a crença de que habilidades podem ser desenvolvidas por meio do aprendizado, da prática e da persistência. Na FRC, isso significa encarar desafios, erros e falhas como oportunidades de evolução.</a:t>
            </a:r>
          </a:p>
        </p:txBody>
      </p:sp>
      <p:sp>
        <p:nvSpPr>
          <p:cNvPr id="51" name="Balão de Fala: Retângulo 50">
            <a:extLst>
              <a:ext uri="{FF2B5EF4-FFF2-40B4-BE49-F238E27FC236}">
                <a16:creationId xmlns:a16="http://schemas.microsoft.com/office/drawing/2014/main" id="{E0707F25-0550-483A-A5DD-6FBD662ED17E}"/>
              </a:ext>
            </a:extLst>
          </p:cNvPr>
          <p:cNvSpPr/>
          <p:nvPr/>
        </p:nvSpPr>
        <p:spPr>
          <a:xfrm>
            <a:off x="441252" y="3117610"/>
            <a:ext cx="6387147" cy="2599699"/>
          </a:xfrm>
          <a:prstGeom prst="wedgeRectCallout">
            <a:avLst>
              <a:gd name="adj1" fmla="val 76226"/>
              <a:gd name="adj2" fmla="val -10428"/>
            </a:avLst>
          </a:prstGeom>
          <a:solidFill>
            <a:schemeClr val="accent3">
              <a:lumMod val="60000"/>
              <a:lumOff val="40000"/>
            </a:schemeClr>
          </a:solidFill>
          <a:ln w="28575">
            <a:solidFill>
              <a:schemeClr val="tx1"/>
            </a:solidFill>
            <a:prstDash val="lg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b="1" dirty="0">
                <a:solidFill>
                  <a:schemeClr val="bg1"/>
                </a:solidFill>
              </a:rPr>
              <a:t>Persistência: </a:t>
            </a:r>
            <a:r>
              <a:rPr lang="pt-BR" dirty="0">
                <a:solidFill>
                  <a:schemeClr val="bg1"/>
                </a:solidFill>
              </a:rPr>
              <a:t>Continuar desenvolvendo e aprimorando o robô após falhas em testes, problemas mecânicos ou derrotas em competições.</a:t>
            </a:r>
          </a:p>
          <a:p>
            <a:r>
              <a:rPr lang="pt-BR" b="1" dirty="0">
                <a:solidFill>
                  <a:schemeClr val="bg1"/>
                </a:solidFill>
              </a:rPr>
              <a:t>Resiliência: </a:t>
            </a:r>
            <a:r>
              <a:rPr lang="pt-BR" dirty="0">
                <a:solidFill>
                  <a:schemeClr val="bg1"/>
                </a:solidFill>
              </a:rPr>
              <a:t>Lidar com uma quebra do robô durante uma partida e retornar para a próxima rodada com organização, confiança e determinação.</a:t>
            </a:r>
          </a:p>
          <a:p>
            <a:r>
              <a:rPr lang="pt-BR" b="1" dirty="0">
                <a:solidFill>
                  <a:schemeClr val="bg1"/>
                </a:solidFill>
              </a:rPr>
              <a:t>Flexibilidade: </a:t>
            </a:r>
            <a:r>
              <a:rPr lang="pt-BR" dirty="0">
                <a:solidFill>
                  <a:schemeClr val="bg1"/>
                </a:solidFill>
              </a:rPr>
              <a:t>Alterar o projeto de um mecanismo, mudar a estratégia de jogo ou assumir novas funções na equipe quando necessário.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384859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5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xit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2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2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2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2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31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7" dur="1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5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40" grpId="0" animBg="1"/>
      <p:bldP spid="40" grpId="1" animBg="1"/>
      <p:bldP spid="42" grpId="0" animBg="1"/>
      <p:bldP spid="43" grpId="0" animBg="1"/>
      <p:bldP spid="44" grpId="0" animBg="1"/>
      <p:bldP spid="44" grpId="1" animBg="1"/>
      <p:bldP spid="5" grpId="0" animBg="1"/>
      <p:bldP spid="5" grpId="1" animBg="1"/>
      <p:bldP spid="49" grpId="0" animBg="1"/>
      <p:bldP spid="5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79E63BB2-5221-4027-8A20-935AF3AC1A53}"/>
              </a:ext>
            </a:extLst>
          </p:cNvPr>
          <p:cNvSpPr/>
          <p:nvPr/>
        </p:nvSpPr>
        <p:spPr>
          <a:xfrm>
            <a:off x="7803596" y="1599907"/>
            <a:ext cx="4284751" cy="1904982"/>
          </a:xfrm>
          <a:prstGeom prst="rect">
            <a:avLst/>
          </a:prstGeom>
          <a:solidFill>
            <a:schemeClr val="accent3">
              <a:lumMod val="50000"/>
            </a:schemeClr>
          </a:solidFill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pic>
        <p:nvPicPr>
          <p:cNvPr id="12" name="Picture 4" descr="FIRST Brand and Logo Files | FIRST">
            <a:extLst>
              <a:ext uri="{FF2B5EF4-FFF2-40B4-BE49-F238E27FC236}">
                <a16:creationId xmlns:a16="http://schemas.microsoft.com/office/drawing/2014/main" id="{BF6A2643-6B79-F356-21C8-CE85AC8A36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7719"/>
            <a:ext cx="2114550" cy="133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Seta: para a Direita 15">
            <a:extLst>
              <a:ext uri="{FF2B5EF4-FFF2-40B4-BE49-F238E27FC236}">
                <a16:creationId xmlns:a16="http://schemas.microsoft.com/office/drawing/2014/main" id="{B5219B27-424F-452F-B860-001B6582CC09}"/>
              </a:ext>
            </a:extLst>
          </p:cNvPr>
          <p:cNvSpPr/>
          <p:nvPr/>
        </p:nvSpPr>
        <p:spPr>
          <a:xfrm>
            <a:off x="2114549" y="58368"/>
            <a:ext cx="6842135" cy="1245140"/>
          </a:xfrm>
          <a:prstGeom prst="rightArrow">
            <a:avLst>
              <a:gd name="adj1" fmla="val 50000"/>
              <a:gd name="adj2" fmla="val 86274"/>
            </a:avLst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89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32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Mais sobre a competição</a:t>
            </a:r>
          </a:p>
        </p:txBody>
      </p:sp>
      <p:grpSp>
        <p:nvGrpSpPr>
          <p:cNvPr id="25" name="Agrupar 24">
            <a:extLst>
              <a:ext uri="{FF2B5EF4-FFF2-40B4-BE49-F238E27FC236}">
                <a16:creationId xmlns:a16="http://schemas.microsoft.com/office/drawing/2014/main" id="{39D9F5AC-B10A-48F3-9754-4F5533EB58BE}"/>
              </a:ext>
            </a:extLst>
          </p:cNvPr>
          <p:cNvGrpSpPr/>
          <p:nvPr/>
        </p:nvGrpSpPr>
        <p:grpSpPr>
          <a:xfrm>
            <a:off x="9007810" y="36566"/>
            <a:ext cx="3092750" cy="1446550"/>
            <a:chOff x="9007810" y="36566"/>
            <a:chExt cx="3092750" cy="1446550"/>
          </a:xfrm>
        </p:grpSpPr>
        <p:grpSp>
          <p:nvGrpSpPr>
            <p:cNvPr id="28" name="Agrupar 27">
              <a:extLst>
                <a:ext uri="{FF2B5EF4-FFF2-40B4-BE49-F238E27FC236}">
                  <a16:creationId xmlns:a16="http://schemas.microsoft.com/office/drawing/2014/main" id="{D649970E-ACB0-4A1F-81C2-B39F9EA9390E}"/>
                </a:ext>
              </a:extLst>
            </p:cNvPr>
            <p:cNvGrpSpPr/>
            <p:nvPr/>
          </p:nvGrpSpPr>
          <p:grpSpPr>
            <a:xfrm>
              <a:off x="9007810" y="36566"/>
              <a:ext cx="3092750" cy="1446550"/>
              <a:chOff x="9007810" y="36566"/>
              <a:chExt cx="3092750" cy="1446550"/>
            </a:xfrm>
          </p:grpSpPr>
          <p:sp>
            <p:nvSpPr>
              <p:cNvPr id="32" name="Retângulo 31">
                <a:extLst>
                  <a:ext uri="{FF2B5EF4-FFF2-40B4-BE49-F238E27FC236}">
                    <a16:creationId xmlns:a16="http://schemas.microsoft.com/office/drawing/2014/main" id="{AB3AA92E-DA78-47C1-9F1D-6E0D24B54C98}"/>
                  </a:ext>
                </a:extLst>
              </p:cNvPr>
              <p:cNvSpPr/>
              <p:nvPr/>
            </p:nvSpPr>
            <p:spPr>
              <a:xfrm>
                <a:off x="9007810" y="132080"/>
                <a:ext cx="3092750" cy="124514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8" name="CaixaDeTexto 37">
                <a:extLst>
                  <a:ext uri="{FF2B5EF4-FFF2-40B4-BE49-F238E27FC236}">
                    <a16:creationId xmlns:a16="http://schemas.microsoft.com/office/drawing/2014/main" id="{A36B8084-FAA9-4C9F-99C3-322C444EE961}"/>
                  </a:ext>
                </a:extLst>
              </p:cNvPr>
              <p:cNvSpPr txBox="1"/>
              <p:nvPr/>
            </p:nvSpPr>
            <p:spPr>
              <a:xfrm>
                <a:off x="9049044" y="36566"/>
                <a:ext cx="2123779" cy="144655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4400" b="1" dirty="0">
                    <a:latin typeface="Arial Rounded MT Bold" panose="020F0704030504030204" pitchFamily="34" charset="0"/>
                    <a:cs typeface="Aharoni" panose="02010803020104030203" pitchFamily="2" charset="-79"/>
                  </a:rPr>
                  <a:t>AULA</a:t>
                </a:r>
              </a:p>
              <a:p>
                <a:pPr algn="ctr"/>
                <a:r>
                  <a:rPr lang="pt-BR" sz="4400" b="1" dirty="0">
                    <a:latin typeface="Arial Rounded MT Bold" panose="020F0704030504030204" pitchFamily="34" charset="0"/>
                    <a:cs typeface="Aharoni" panose="02010803020104030203" pitchFamily="2" charset="-79"/>
                  </a:rPr>
                  <a:t>10</a:t>
                </a:r>
              </a:p>
            </p:txBody>
          </p:sp>
        </p:grpSp>
        <p:pic>
          <p:nvPicPr>
            <p:cNvPr id="31" name="Picture 20" descr="Sala de aula - ícones de pessoas grátis">
              <a:extLst>
                <a:ext uri="{FF2B5EF4-FFF2-40B4-BE49-F238E27FC236}">
                  <a16:creationId xmlns:a16="http://schemas.microsoft.com/office/drawing/2014/main" id="{5C352DF4-CEBD-4B24-9FBB-2C558823AD7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72823" y="248871"/>
              <a:ext cx="846228" cy="84622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76D40EEF-3A13-447E-AB33-7C5F408BBCF1}"/>
              </a:ext>
            </a:extLst>
          </p:cNvPr>
          <p:cNvSpPr txBox="1"/>
          <p:nvPr/>
        </p:nvSpPr>
        <p:spPr>
          <a:xfrm>
            <a:off x="3047707" y="1007888"/>
            <a:ext cx="38573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APÓS O KICK OFF – GERALMENTE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5E667D6C-DE09-4CF0-8ABC-E46B3EFAA401}"/>
              </a:ext>
            </a:extLst>
          </p:cNvPr>
          <p:cNvSpPr txBox="1"/>
          <p:nvPr/>
        </p:nvSpPr>
        <p:spPr>
          <a:xfrm>
            <a:off x="607273" y="1750563"/>
            <a:ext cx="696535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>
                <a:hlinkClick r:id="rId4"/>
              </a:rPr>
              <a:t>Fabricação e marcação da arena;</a:t>
            </a:r>
            <a:endParaRPr lang="pt-BR" b="1" dirty="0"/>
          </a:p>
          <a:p>
            <a:r>
              <a:rPr lang="pt-BR" b="1" dirty="0">
                <a:hlinkClick r:id="rId5"/>
              </a:rPr>
              <a:t>Esboço do robô;</a:t>
            </a:r>
            <a:endParaRPr lang="pt-BR" b="1" dirty="0"/>
          </a:p>
          <a:p>
            <a:r>
              <a:rPr lang="pt-BR" b="1" dirty="0">
                <a:hlinkClick r:id="rId6"/>
              </a:rPr>
              <a:t>Estudo das estratégias;</a:t>
            </a:r>
            <a:endParaRPr lang="pt-BR" b="1" dirty="0"/>
          </a:p>
          <a:p>
            <a:r>
              <a:rPr lang="pt-BR" b="1" dirty="0">
                <a:hlinkClick r:id="rId7" action="ppaction://hlinkfile"/>
              </a:rPr>
              <a:t>Desenvolvimento de subsistemas e testes;</a:t>
            </a:r>
            <a:endParaRPr lang="pt-BR" b="1" dirty="0"/>
          </a:p>
          <a:p>
            <a:r>
              <a:rPr lang="pt-BR" b="1" dirty="0">
                <a:hlinkClick r:id="rId8"/>
              </a:rPr>
              <a:t>Validações e implementações de subsistemas com o chassi;</a:t>
            </a:r>
            <a:endParaRPr lang="pt-BR" b="1" dirty="0"/>
          </a:p>
          <a:p>
            <a:r>
              <a:rPr lang="pt-BR" b="1" dirty="0"/>
              <a:t>Desenvolvimento das documentações;</a:t>
            </a:r>
          </a:p>
        </p:txBody>
      </p:sp>
      <p:pic>
        <p:nvPicPr>
          <p:cNvPr id="1026" name="Picture 2" descr="Playing Field | FIRST Robotics Competition">
            <a:extLst>
              <a:ext uri="{FF2B5EF4-FFF2-40B4-BE49-F238E27FC236}">
                <a16:creationId xmlns:a16="http://schemas.microsoft.com/office/drawing/2014/main" id="{F824864C-3E0F-4580-A60F-5E426F94F9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0513" y="4748933"/>
            <a:ext cx="2232000" cy="1440000"/>
          </a:xfrm>
          <a:prstGeom prst="rect">
            <a:avLst/>
          </a:prstGeom>
          <a:noFill/>
          <a:ln w="38100">
            <a:solidFill>
              <a:srgbClr val="FFC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image">
            <a:extLst>
              <a:ext uri="{FF2B5EF4-FFF2-40B4-BE49-F238E27FC236}">
                <a16:creationId xmlns:a16="http://schemas.microsoft.com/office/drawing/2014/main" id="{06F431C0-4C89-426F-B48B-EBDD6E3288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1050" y="4748933"/>
            <a:ext cx="2477805" cy="1440000"/>
          </a:xfrm>
          <a:prstGeom prst="rect">
            <a:avLst/>
          </a:prstGeom>
          <a:noFill/>
          <a:ln w="38100">
            <a:solidFill>
              <a:srgbClr val="FFC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ran-test-2">
            <a:extLst>
              <a:ext uri="{FF2B5EF4-FFF2-40B4-BE49-F238E27FC236}">
                <a16:creationId xmlns:a16="http://schemas.microsoft.com/office/drawing/2014/main" id="{1CC940B9-2760-417B-9FDC-4F80A173F2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57392" y="3668933"/>
            <a:ext cx="1890000" cy="2520000"/>
          </a:xfrm>
          <a:prstGeom prst="rect">
            <a:avLst/>
          </a:prstGeom>
          <a:noFill/>
          <a:ln w="38100">
            <a:solidFill>
              <a:srgbClr val="FFC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IMG_9194">
            <a:extLst>
              <a:ext uri="{FF2B5EF4-FFF2-40B4-BE49-F238E27FC236}">
                <a16:creationId xmlns:a16="http://schemas.microsoft.com/office/drawing/2014/main" id="{766917CA-421E-4832-ADDA-2D205BF9CC34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75929" y="3952875"/>
            <a:ext cx="3975214" cy="2236058"/>
          </a:xfrm>
          <a:prstGeom prst="rect">
            <a:avLst/>
          </a:prstGeom>
          <a:noFill/>
          <a:ln w="38100">
            <a:solidFill>
              <a:srgbClr val="FFC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Apps - ícones de interface grátis">
            <a:hlinkClick r:id="rId13"/>
            <a:extLst>
              <a:ext uri="{FF2B5EF4-FFF2-40B4-BE49-F238E27FC236}">
                <a16:creationId xmlns:a16="http://schemas.microsoft.com/office/drawing/2014/main" id="{36BB3E1F-752D-4463-8633-98A10F84A5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44144" y="1750563"/>
            <a:ext cx="1238250" cy="1238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10" descr="Clicando - ícones de gestos grátis">
            <a:extLst>
              <a:ext uri="{FF2B5EF4-FFF2-40B4-BE49-F238E27FC236}">
                <a16:creationId xmlns:a16="http://schemas.microsoft.com/office/drawing/2014/main" id="{F7D0BE2F-6959-4A4D-937B-62FE443FAB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94068" y="2447178"/>
            <a:ext cx="883257" cy="883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7" name="CaixaDeTexto 36">
            <a:extLst>
              <a:ext uri="{FF2B5EF4-FFF2-40B4-BE49-F238E27FC236}">
                <a16:creationId xmlns:a16="http://schemas.microsoft.com/office/drawing/2014/main" id="{E7841473-06EE-4FAE-AD6F-EB77D6B94FEC}"/>
              </a:ext>
            </a:extLst>
          </p:cNvPr>
          <p:cNvSpPr txBox="1"/>
          <p:nvPr/>
        </p:nvSpPr>
        <p:spPr>
          <a:xfrm>
            <a:off x="9086355" y="2121460"/>
            <a:ext cx="30496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EXEMPLO DE DEFINIÇÃO DE ESTRATÉGIAS DURANTE A PARTIDA</a:t>
            </a:r>
          </a:p>
        </p:txBody>
      </p:sp>
    </p:spTree>
    <p:extLst>
      <p:ext uri="{BB962C8B-B14F-4D97-AF65-F5344CB8AC3E}">
        <p14:creationId xmlns:p14="http://schemas.microsoft.com/office/powerpoint/2010/main" val="1939481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2" presetClass="entr" presetSubtype="1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0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0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10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0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10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10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0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0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6" grpId="0"/>
      <p:bldP spid="27" grpId="0"/>
      <p:bldP spid="3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4" descr="FIRST Brand and Logo Files | FIRST">
            <a:extLst>
              <a:ext uri="{FF2B5EF4-FFF2-40B4-BE49-F238E27FC236}">
                <a16:creationId xmlns:a16="http://schemas.microsoft.com/office/drawing/2014/main" id="{BF6A2643-6B79-F356-21C8-CE85AC8A36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7719"/>
            <a:ext cx="2114550" cy="133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Seta: para a Direita 15">
            <a:extLst>
              <a:ext uri="{FF2B5EF4-FFF2-40B4-BE49-F238E27FC236}">
                <a16:creationId xmlns:a16="http://schemas.microsoft.com/office/drawing/2014/main" id="{B5219B27-424F-452F-B860-001B6582CC09}"/>
              </a:ext>
            </a:extLst>
          </p:cNvPr>
          <p:cNvSpPr/>
          <p:nvPr/>
        </p:nvSpPr>
        <p:spPr>
          <a:xfrm>
            <a:off x="2114549" y="58368"/>
            <a:ext cx="6842135" cy="1245140"/>
          </a:xfrm>
          <a:prstGeom prst="rightArrow">
            <a:avLst>
              <a:gd name="adj1" fmla="val 50000"/>
              <a:gd name="adj2" fmla="val 86274"/>
            </a:avLst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89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32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Mais sobre a competição</a:t>
            </a:r>
          </a:p>
        </p:txBody>
      </p:sp>
      <p:grpSp>
        <p:nvGrpSpPr>
          <p:cNvPr id="25" name="Agrupar 24">
            <a:extLst>
              <a:ext uri="{FF2B5EF4-FFF2-40B4-BE49-F238E27FC236}">
                <a16:creationId xmlns:a16="http://schemas.microsoft.com/office/drawing/2014/main" id="{39D9F5AC-B10A-48F3-9754-4F5533EB58BE}"/>
              </a:ext>
            </a:extLst>
          </p:cNvPr>
          <p:cNvGrpSpPr/>
          <p:nvPr/>
        </p:nvGrpSpPr>
        <p:grpSpPr>
          <a:xfrm>
            <a:off x="9007810" y="36566"/>
            <a:ext cx="3092750" cy="1446550"/>
            <a:chOff x="9007810" y="36566"/>
            <a:chExt cx="3092750" cy="1446550"/>
          </a:xfrm>
        </p:grpSpPr>
        <p:grpSp>
          <p:nvGrpSpPr>
            <p:cNvPr id="28" name="Agrupar 27">
              <a:extLst>
                <a:ext uri="{FF2B5EF4-FFF2-40B4-BE49-F238E27FC236}">
                  <a16:creationId xmlns:a16="http://schemas.microsoft.com/office/drawing/2014/main" id="{D649970E-ACB0-4A1F-81C2-B39F9EA9390E}"/>
                </a:ext>
              </a:extLst>
            </p:cNvPr>
            <p:cNvGrpSpPr/>
            <p:nvPr/>
          </p:nvGrpSpPr>
          <p:grpSpPr>
            <a:xfrm>
              <a:off x="9007810" y="36566"/>
              <a:ext cx="3092750" cy="1446550"/>
              <a:chOff x="9007810" y="36566"/>
              <a:chExt cx="3092750" cy="1446550"/>
            </a:xfrm>
          </p:grpSpPr>
          <p:sp>
            <p:nvSpPr>
              <p:cNvPr id="32" name="Retângulo 31">
                <a:extLst>
                  <a:ext uri="{FF2B5EF4-FFF2-40B4-BE49-F238E27FC236}">
                    <a16:creationId xmlns:a16="http://schemas.microsoft.com/office/drawing/2014/main" id="{AB3AA92E-DA78-47C1-9F1D-6E0D24B54C98}"/>
                  </a:ext>
                </a:extLst>
              </p:cNvPr>
              <p:cNvSpPr/>
              <p:nvPr/>
            </p:nvSpPr>
            <p:spPr>
              <a:xfrm>
                <a:off x="9007810" y="132080"/>
                <a:ext cx="3092750" cy="124514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8" name="CaixaDeTexto 37">
                <a:extLst>
                  <a:ext uri="{FF2B5EF4-FFF2-40B4-BE49-F238E27FC236}">
                    <a16:creationId xmlns:a16="http://schemas.microsoft.com/office/drawing/2014/main" id="{A36B8084-FAA9-4C9F-99C3-322C444EE961}"/>
                  </a:ext>
                </a:extLst>
              </p:cNvPr>
              <p:cNvSpPr txBox="1"/>
              <p:nvPr/>
            </p:nvSpPr>
            <p:spPr>
              <a:xfrm>
                <a:off x="9049044" y="36566"/>
                <a:ext cx="2123779" cy="144655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4400" b="1" dirty="0">
                    <a:latin typeface="Arial Rounded MT Bold" panose="020F0704030504030204" pitchFamily="34" charset="0"/>
                    <a:cs typeface="Aharoni" panose="02010803020104030203" pitchFamily="2" charset="-79"/>
                  </a:rPr>
                  <a:t>AULA</a:t>
                </a:r>
              </a:p>
              <a:p>
                <a:pPr algn="ctr"/>
                <a:r>
                  <a:rPr lang="pt-BR" sz="4400" b="1" dirty="0">
                    <a:latin typeface="Arial Rounded MT Bold" panose="020F0704030504030204" pitchFamily="34" charset="0"/>
                    <a:cs typeface="Aharoni" panose="02010803020104030203" pitchFamily="2" charset="-79"/>
                  </a:rPr>
                  <a:t>10</a:t>
                </a:r>
              </a:p>
            </p:txBody>
          </p:sp>
        </p:grpSp>
        <p:pic>
          <p:nvPicPr>
            <p:cNvPr id="31" name="Picture 20" descr="Sala de aula - ícones de pessoas grátis">
              <a:extLst>
                <a:ext uri="{FF2B5EF4-FFF2-40B4-BE49-F238E27FC236}">
                  <a16:creationId xmlns:a16="http://schemas.microsoft.com/office/drawing/2014/main" id="{5C352DF4-CEBD-4B24-9FBB-2C558823AD7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72823" y="248871"/>
              <a:ext cx="846228" cy="84622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cxnSp>
        <p:nvCxnSpPr>
          <p:cNvPr id="4" name="Conector reto 3">
            <a:extLst>
              <a:ext uri="{FF2B5EF4-FFF2-40B4-BE49-F238E27FC236}">
                <a16:creationId xmlns:a16="http://schemas.microsoft.com/office/drawing/2014/main" id="{A7112D21-72C6-4BD6-A4C4-31F155F6A6BC}"/>
              </a:ext>
            </a:extLst>
          </p:cNvPr>
          <p:cNvCxnSpPr>
            <a:cxnSpLocks/>
          </p:cNvCxnSpPr>
          <p:nvPr/>
        </p:nvCxnSpPr>
        <p:spPr>
          <a:xfrm>
            <a:off x="159026" y="3937552"/>
            <a:ext cx="11436911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Elipse 7">
            <a:extLst>
              <a:ext uri="{FF2B5EF4-FFF2-40B4-BE49-F238E27FC236}">
                <a16:creationId xmlns:a16="http://schemas.microsoft.com/office/drawing/2014/main" id="{1878C3E0-5D13-4608-BECF-B7B7750CA079}"/>
              </a:ext>
            </a:extLst>
          </p:cNvPr>
          <p:cNvSpPr/>
          <p:nvPr/>
        </p:nvSpPr>
        <p:spPr>
          <a:xfrm>
            <a:off x="993915" y="3470408"/>
            <a:ext cx="900000" cy="900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1º</a:t>
            </a:r>
          </a:p>
          <a:p>
            <a:pPr algn="ctr"/>
            <a:r>
              <a:rPr lang="pt-BR" dirty="0"/>
              <a:t>DIA</a:t>
            </a:r>
          </a:p>
        </p:txBody>
      </p:sp>
      <p:sp>
        <p:nvSpPr>
          <p:cNvPr id="52" name="Elipse 51">
            <a:extLst>
              <a:ext uri="{FF2B5EF4-FFF2-40B4-BE49-F238E27FC236}">
                <a16:creationId xmlns:a16="http://schemas.microsoft.com/office/drawing/2014/main" id="{B3CD63BF-6B4A-4E63-BCDD-34977D210785}"/>
              </a:ext>
            </a:extLst>
          </p:cNvPr>
          <p:cNvSpPr/>
          <p:nvPr/>
        </p:nvSpPr>
        <p:spPr>
          <a:xfrm>
            <a:off x="3929088" y="3495950"/>
            <a:ext cx="900000" cy="900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2º</a:t>
            </a:r>
          </a:p>
          <a:p>
            <a:pPr algn="ctr"/>
            <a:r>
              <a:rPr lang="pt-BR" dirty="0"/>
              <a:t>DIA</a:t>
            </a:r>
          </a:p>
        </p:txBody>
      </p:sp>
      <p:sp>
        <p:nvSpPr>
          <p:cNvPr id="53" name="Elipse 52">
            <a:extLst>
              <a:ext uri="{FF2B5EF4-FFF2-40B4-BE49-F238E27FC236}">
                <a16:creationId xmlns:a16="http://schemas.microsoft.com/office/drawing/2014/main" id="{9182DE94-EA96-450F-83C5-C98B8BAF7D81}"/>
              </a:ext>
            </a:extLst>
          </p:cNvPr>
          <p:cNvSpPr/>
          <p:nvPr/>
        </p:nvSpPr>
        <p:spPr>
          <a:xfrm>
            <a:off x="6864261" y="3470408"/>
            <a:ext cx="900000" cy="900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3º</a:t>
            </a:r>
          </a:p>
          <a:p>
            <a:pPr algn="ctr"/>
            <a:r>
              <a:rPr lang="pt-BR" dirty="0"/>
              <a:t>DIA</a:t>
            </a:r>
          </a:p>
        </p:txBody>
      </p:sp>
      <p:sp>
        <p:nvSpPr>
          <p:cNvPr id="54" name="Elipse 53">
            <a:extLst>
              <a:ext uri="{FF2B5EF4-FFF2-40B4-BE49-F238E27FC236}">
                <a16:creationId xmlns:a16="http://schemas.microsoft.com/office/drawing/2014/main" id="{008BC92E-820E-443F-BF96-CF573A1F12B6}"/>
              </a:ext>
            </a:extLst>
          </p:cNvPr>
          <p:cNvSpPr/>
          <p:nvPr/>
        </p:nvSpPr>
        <p:spPr>
          <a:xfrm>
            <a:off x="9799433" y="3495950"/>
            <a:ext cx="900000" cy="900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4º</a:t>
            </a:r>
          </a:p>
          <a:p>
            <a:pPr algn="ctr"/>
            <a:r>
              <a:rPr lang="pt-BR" dirty="0"/>
              <a:t>DIA</a:t>
            </a:r>
          </a:p>
        </p:txBody>
      </p:sp>
      <p:sp>
        <p:nvSpPr>
          <p:cNvPr id="9" name="Balão de Fala: Retângulo 8">
            <a:extLst>
              <a:ext uri="{FF2B5EF4-FFF2-40B4-BE49-F238E27FC236}">
                <a16:creationId xmlns:a16="http://schemas.microsoft.com/office/drawing/2014/main" id="{36C9A3D7-C034-4263-8B44-1E181C7B9A80}"/>
              </a:ext>
            </a:extLst>
          </p:cNvPr>
          <p:cNvSpPr/>
          <p:nvPr/>
        </p:nvSpPr>
        <p:spPr>
          <a:xfrm>
            <a:off x="8010175" y="1677573"/>
            <a:ext cx="3687417" cy="1446550"/>
          </a:xfrm>
          <a:prstGeom prst="wedgeRectCallout">
            <a:avLst>
              <a:gd name="adj1" fmla="val -880"/>
              <a:gd name="adj2" fmla="val 83282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dirty="0">
                <a:hlinkClick r:id="rId4"/>
              </a:rPr>
              <a:t>Finalização das Qualificatórias;</a:t>
            </a:r>
            <a:endParaRPr lang="pt-BR" dirty="0"/>
          </a:p>
          <a:p>
            <a:r>
              <a:rPr lang="pt-BR" dirty="0"/>
              <a:t>Apresentações aos juízes;</a:t>
            </a:r>
          </a:p>
          <a:p>
            <a:r>
              <a:rPr lang="pt-BR" dirty="0">
                <a:hlinkClick r:id="rId5"/>
              </a:rPr>
              <a:t>Seleção de alianças;</a:t>
            </a:r>
            <a:endParaRPr lang="pt-BR" dirty="0"/>
          </a:p>
          <a:p>
            <a:r>
              <a:rPr lang="pt-BR" dirty="0">
                <a:hlinkClick r:id="rId6"/>
              </a:rPr>
              <a:t>Play Offs</a:t>
            </a:r>
            <a:endParaRPr lang="pt-BR" dirty="0"/>
          </a:p>
          <a:p>
            <a:r>
              <a:rPr lang="pt-BR" dirty="0"/>
              <a:t>Premiações;</a:t>
            </a:r>
          </a:p>
        </p:txBody>
      </p:sp>
      <p:sp>
        <p:nvSpPr>
          <p:cNvPr id="55" name="Balão de Fala: Retângulo 54">
            <a:extLst>
              <a:ext uri="{FF2B5EF4-FFF2-40B4-BE49-F238E27FC236}">
                <a16:creationId xmlns:a16="http://schemas.microsoft.com/office/drawing/2014/main" id="{55106ACE-82B2-4A9E-BA58-C3FCF1B91414}"/>
              </a:ext>
            </a:extLst>
          </p:cNvPr>
          <p:cNvSpPr/>
          <p:nvPr/>
        </p:nvSpPr>
        <p:spPr>
          <a:xfrm>
            <a:off x="3169569" y="2565318"/>
            <a:ext cx="1866112" cy="656654"/>
          </a:xfrm>
          <a:prstGeom prst="wedgeRectCallout">
            <a:avLst>
              <a:gd name="adj1" fmla="val -1387"/>
              <a:gd name="adj2" fmla="val 96382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dirty="0">
                <a:hlinkClick r:id="rId7"/>
              </a:rPr>
              <a:t>Inspeção;</a:t>
            </a:r>
            <a:endParaRPr lang="pt-BR" dirty="0"/>
          </a:p>
          <a:p>
            <a:r>
              <a:rPr lang="pt-BR" dirty="0">
                <a:hlinkClick r:id="rId8"/>
              </a:rPr>
              <a:t>Partidas treino;</a:t>
            </a:r>
            <a:endParaRPr lang="pt-BR" dirty="0"/>
          </a:p>
        </p:txBody>
      </p:sp>
      <p:sp>
        <p:nvSpPr>
          <p:cNvPr id="56" name="Balão de Fala: Retângulo 55">
            <a:extLst>
              <a:ext uri="{FF2B5EF4-FFF2-40B4-BE49-F238E27FC236}">
                <a16:creationId xmlns:a16="http://schemas.microsoft.com/office/drawing/2014/main" id="{011FFFA6-E5F5-4FE4-870D-E98F978F4606}"/>
              </a:ext>
            </a:extLst>
          </p:cNvPr>
          <p:cNvSpPr/>
          <p:nvPr/>
        </p:nvSpPr>
        <p:spPr>
          <a:xfrm>
            <a:off x="7417034" y="4721583"/>
            <a:ext cx="3181552" cy="656654"/>
          </a:xfrm>
          <a:prstGeom prst="wedgeRectCallout">
            <a:avLst>
              <a:gd name="adj1" fmla="val -41982"/>
              <a:gd name="adj2" fmla="val -1050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dirty="0"/>
              <a:t>Qualificatórias;</a:t>
            </a:r>
          </a:p>
          <a:p>
            <a:r>
              <a:rPr lang="pt-BR" dirty="0"/>
              <a:t>Apresentações aos juízes;</a:t>
            </a:r>
          </a:p>
        </p:txBody>
      </p:sp>
      <p:sp>
        <p:nvSpPr>
          <p:cNvPr id="57" name="Balão de Fala: Retângulo 56">
            <a:extLst>
              <a:ext uri="{FF2B5EF4-FFF2-40B4-BE49-F238E27FC236}">
                <a16:creationId xmlns:a16="http://schemas.microsoft.com/office/drawing/2014/main" id="{FAA15174-3D37-4D70-9A1F-1A858A3D7BF9}"/>
              </a:ext>
            </a:extLst>
          </p:cNvPr>
          <p:cNvSpPr/>
          <p:nvPr/>
        </p:nvSpPr>
        <p:spPr>
          <a:xfrm>
            <a:off x="1677024" y="4561636"/>
            <a:ext cx="4418976" cy="976548"/>
          </a:xfrm>
          <a:prstGeom prst="wedgeRectCallout">
            <a:avLst>
              <a:gd name="adj1" fmla="val -43294"/>
              <a:gd name="adj2" fmla="val -8925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dirty="0"/>
              <a:t>Transporte do Robô e itens para o PIT;</a:t>
            </a:r>
          </a:p>
          <a:p>
            <a:r>
              <a:rPr lang="pt-BR" dirty="0"/>
              <a:t>Montagem dos </a:t>
            </a:r>
            <a:r>
              <a:rPr lang="pt-BR" dirty="0" err="1"/>
              <a:t>PITs</a:t>
            </a:r>
            <a:r>
              <a:rPr lang="pt-BR" dirty="0"/>
              <a:t>;</a:t>
            </a:r>
          </a:p>
          <a:p>
            <a:r>
              <a:rPr lang="pt-BR" dirty="0"/>
              <a:t>Pesagem do robô;</a:t>
            </a:r>
          </a:p>
        </p:txBody>
      </p:sp>
      <p:cxnSp>
        <p:nvCxnSpPr>
          <p:cNvPr id="59" name="Conector reto 58">
            <a:extLst>
              <a:ext uri="{FF2B5EF4-FFF2-40B4-BE49-F238E27FC236}">
                <a16:creationId xmlns:a16="http://schemas.microsoft.com/office/drawing/2014/main" id="{7B9F1B89-0199-4E8A-BE3D-15E9D235EEFA}"/>
              </a:ext>
            </a:extLst>
          </p:cNvPr>
          <p:cNvCxnSpPr>
            <a:cxnSpLocks/>
          </p:cNvCxnSpPr>
          <p:nvPr/>
        </p:nvCxnSpPr>
        <p:spPr>
          <a:xfrm>
            <a:off x="881398" y="3934139"/>
            <a:ext cx="295147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ector reto 59">
            <a:extLst>
              <a:ext uri="{FF2B5EF4-FFF2-40B4-BE49-F238E27FC236}">
                <a16:creationId xmlns:a16="http://schemas.microsoft.com/office/drawing/2014/main" id="{D71ECB64-217B-49EF-8E39-AD4FC304DA54}"/>
              </a:ext>
            </a:extLst>
          </p:cNvPr>
          <p:cNvCxnSpPr>
            <a:cxnSpLocks/>
          </p:cNvCxnSpPr>
          <p:nvPr/>
        </p:nvCxnSpPr>
        <p:spPr>
          <a:xfrm>
            <a:off x="1746341" y="3935155"/>
            <a:ext cx="295147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ector reto 61">
            <a:extLst>
              <a:ext uri="{FF2B5EF4-FFF2-40B4-BE49-F238E27FC236}">
                <a16:creationId xmlns:a16="http://schemas.microsoft.com/office/drawing/2014/main" id="{DD876E37-9CA9-408B-BD0F-61F1F7F0FFBD}"/>
              </a:ext>
            </a:extLst>
          </p:cNvPr>
          <p:cNvCxnSpPr>
            <a:cxnSpLocks/>
          </p:cNvCxnSpPr>
          <p:nvPr/>
        </p:nvCxnSpPr>
        <p:spPr>
          <a:xfrm>
            <a:off x="3807478" y="3934139"/>
            <a:ext cx="295147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ector reto 62">
            <a:extLst>
              <a:ext uri="{FF2B5EF4-FFF2-40B4-BE49-F238E27FC236}">
                <a16:creationId xmlns:a16="http://schemas.microsoft.com/office/drawing/2014/main" id="{B726CED9-7E75-4418-824A-76114B13F1DD}"/>
              </a:ext>
            </a:extLst>
          </p:cNvPr>
          <p:cNvCxnSpPr>
            <a:cxnSpLocks/>
          </p:cNvCxnSpPr>
          <p:nvPr/>
        </p:nvCxnSpPr>
        <p:spPr>
          <a:xfrm>
            <a:off x="4672421" y="3935155"/>
            <a:ext cx="295147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ector reto 63">
            <a:extLst>
              <a:ext uri="{FF2B5EF4-FFF2-40B4-BE49-F238E27FC236}">
                <a16:creationId xmlns:a16="http://schemas.microsoft.com/office/drawing/2014/main" id="{5221C386-6E34-4D43-A6C3-38A477EE7BCA}"/>
              </a:ext>
            </a:extLst>
          </p:cNvPr>
          <p:cNvCxnSpPr>
            <a:cxnSpLocks/>
          </p:cNvCxnSpPr>
          <p:nvPr/>
        </p:nvCxnSpPr>
        <p:spPr>
          <a:xfrm>
            <a:off x="6700944" y="3935469"/>
            <a:ext cx="295147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ector reto 64">
            <a:extLst>
              <a:ext uri="{FF2B5EF4-FFF2-40B4-BE49-F238E27FC236}">
                <a16:creationId xmlns:a16="http://schemas.microsoft.com/office/drawing/2014/main" id="{DCF1050A-7DF0-4A60-9629-E2EED72AFDE6}"/>
              </a:ext>
            </a:extLst>
          </p:cNvPr>
          <p:cNvCxnSpPr>
            <a:cxnSpLocks/>
          </p:cNvCxnSpPr>
          <p:nvPr/>
        </p:nvCxnSpPr>
        <p:spPr>
          <a:xfrm>
            <a:off x="7565887" y="3937120"/>
            <a:ext cx="295147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ector reto 65">
            <a:extLst>
              <a:ext uri="{FF2B5EF4-FFF2-40B4-BE49-F238E27FC236}">
                <a16:creationId xmlns:a16="http://schemas.microsoft.com/office/drawing/2014/main" id="{57E36AFE-F13D-42DA-A976-64944261B5A8}"/>
              </a:ext>
            </a:extLst>
          </p:cNvPr>
          <p:cNvCxnSpPr>
            <a:cxnSpLocks/>
          </p:cNvCxnSpPr>
          <p:nvPr/>
        </p:nvCxnSpPr>
        <p:spPr>
          <a:xfrm>
            <a:off x="9706311" y="3935469"/>
            <a:ext cx="295147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ector reto 66">
            <a:extLst>
              <a:ext uri="{FF2B5EF4-FFF2-40B4-BE49-F238E27FC236}">
                <a16:creationId xmlns:a16="http://schemas.microsoft.com/office/drawing/2014/main" id="{4F1326E0-4BD5-4EC8-A8AE-D4F8EB9126C1}"/>
              </a:ext>
            </a:extLst>
          </p:cNvPr>
          <p:cNvCxnSpPr>
            <a:cxnSpLocks/>
          </p:cNvCxnSpPr>
          <p:nvPr/>
        </p:nvCxnSpPr>
        <p:spPr>
          <a:xfrm>
            <a:off x="10571254" y="3937120"/>
            <a:ext cx="295147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555D495A-A391-49E4-9D8A-30DBE526C3E3}"/>
              </a:ext>
            </a:extLst>
          </p:cNvPr>
          <p:cNvSpPr txBox="1"/>
          <p:nvPr/>
        </p:nvSpPr>
        <p:spPr>
          <a:xfrm>
            <a:off x="3047707" y="1007888"/>
            <a:ext cx="38573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DURANTE O EVENTO</a:t>
            </a:r>
          </a:p>
        </p:txBody>
      </p:sp>
    </p:spTree>
    <p:extLst>
      <p:ext uri="{BB962C8B-B14F-4D97-AF65-F5344CB8AC3E}">
        <p14:creationId xmlns:p14="http://schemas.microsoft.com/office/powerpoint/2010/main" val="2283509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6" presetClass="entr" presetSubtype="37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6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9" dur="1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1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0" dur="10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3" dur="10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6" dur="10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4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4" dur="10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7" dur="10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0" dur="1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1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3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8" dur="10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61" dur="10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64" dur="1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4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52" grpId="0" animBg="1"/>
      <p:bldP spid="53" grpId="0" animBg="1"/>
      <p:bldP spid="54" grpId="0" animBg="1"/>
      <p:bldP spid="9" grpId="0" animBg="1"/>
      <p:bldP spid="55" grpId="0" animBg="1"/>
      <p:bldP spid="56" grpId="0" animBg="1"/>
      <p:bldP spid="57" grpId="0" animBg="1"/>
      <p:bldP spid="29" grpId="0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alha">
  <a:themeElements>
    <a:clrScheme name="Malha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Malha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alha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TM03457485[[fn=Malha]]</Template>
  <TotalTime>3099</TotalTime>
  <Words>1194</Words>
  <Application>Microsoft Office PowerPoint</Application>
  <PresentationFormat>Widescreen</PresentationFormat>
  <Paragraphs>181</Paragraphs>
  <Slides>13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13</vt:i4>
      </vt:variant>
    </vt:vector>
  </HeadingPairs>
  <TitlesOfParts>
    <vt:vector size="20" baseType="lpstr">
      <vt:lpstr>Arial</vt:lpstr>
      <vt:lpstr>Arial Rounded MT Bold</vt:lpstr>
      <vt:lpstr>Century Gothic</vt:lpstr>
      <vt:lpstr>Courier New</vt:lpstr>
      <vt:lpstr>Symbol</vt:lpstr>
      <vt:lpstr>Times New Roman</vt:lpstr>
      <vt:lpstr>Malha</vt:lpstr>
      <vt:lpstr>INTRODUÇÃO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Swerve drive v1.9</dc:title>
  <dc:creator>Djair Oliveira - SENAI Rondonópolis-MT</dc:creator>
  <cp:lastModifiedBy>Djair Oliveira - SENAI RONDONOPOLIS</cp:lastModifiedBy>
  <cp:revision>182</cp:revision>
  <dcterms:created xsi:type="dcterms:W3CDTF">2024-01-16T22:43:47Z</dcterms:created>
  <dcterms:modified xsi:type="dcterms:W3CDTF">2026-07-07T16:08:31Z</dcterms:modified>
</cp:coreProperties>
</file>